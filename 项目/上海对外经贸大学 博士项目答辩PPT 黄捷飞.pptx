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sldIdLst>
    <p:sldId id="257" r:id="rId4"/>
    <p:sldId id="266" r:id="rId6"/>
    <p:sldId id="289" r:id="rId7"/>
    <p:sldId id="291" r:id="rId8"/>
    <p:sldId id="290" r:id="rId9"/>
    <p:sldId id="279" r:id="rId10"/>
    <p:sldId id="293" r:id="rId11"/>
    <p:sldId id="294" r:id="rId12"/>
    <p:sldId id="280" r:id="rId13"/>
    <p:sldId id="296" r:id="rId14"/>
    <p:sldId id="292" r:id="rId15"/>
    <p:sldId id="268" r:id="rId16"/>
  </p:sldIdLst>
  <p:sldSz cx="12192000" cy="6858000"/>
  <p:notesSz cx="6858000" cy="9144000"/>
  <p:custDataLst>
    <p:tags r:id="rId2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9" autoAdjust="0"/>
    <p:restoredTop sz="94660"/>
  </p:normalViewPr>
  <p:slideViewPr>
    <p:cSldViewPr snapToGrid="0">
      <p:cViewPr varScale="1">
        <p:scale>
          <a:sx n="76" d="100"/>
          <a:sy n="76" d="100"/>
        </p:scale>
        <p:origin x="67" y="18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0" Type="http://schemas.openxmlformats.org/officeDocument/2006/relationships/tags" Target="tags/tag142.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925200-CE60-4825-B139-A41D8D4FCE1B}" type="datetimeFigureOut">
              <a:rPr lang="en-US" smtClean="0"/>
            </a:fld>
            <a:endParaRPr 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7033AC-9CA7-48CA-BA71-91E417E53DAC}"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2" Type="http://schemas.openxmlformats.org/officeDocument/2006/relationships/tags" Target="../tags/tag32.xml"/><Relationship Id="rId11" Type="http://schemas.openxmlformats.org/officeDocument/2006/relationships/tags" Target="../tags/tag31.xml"/><Relationship Id="rId10" Type="http://schemas.openxmlformats.org/officeDocument/2006/relationships/tags" Target="../tags/tag30.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40.xml"/><Relationship Id="rId8" Type="http://schemas.openxmlformats.org/officeDocument/2006/relationships/tags" Target="../tags/tag39.xml"/><Relationship Id="rId7" Type="http://schemas.openxmlformats.org/officeDocument/2006/relationships/tags" Target="../tags/tag38.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 Id="rId3" Type="http://schemas.openxmlformats.org/officeDocument/2006/relationships/tags" Target="../tags/tag34.xml"/><Relationship Id="rId2" Type="http://schemas.openxmlformats.org/officeDocument/2006/relationships/tags" Target="../tags/tag33.xml"/><Relationship Id="rId11" Type="http://schemas.openxmlformats.org/officeDocument/2006/relationships/tags" Target="../tags/tag42.xml"/><Relationship Id="rId10" Type="http://schemas.openxmlformats.org/officeDocument/2006/relationships/tags" Target="../tags/tag41.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7" Type="http://schemas.openxmlformats.org/officeDocument/2006/relationships/tags" Target="../tags/tag48.xml"/><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56.xml"/><Relationship Id="rId8" Type="http://schemas.openxmlformats.org/officeDocument/2006/relationships/tags" Target="../tags/tag55.xml"/><Relationship Id="rId7" Type="http://schemas.openxmlformats.org/officeDocument/2006/relationships/tags" Target="../tags/tag54.xml"/><Relationship Id="rId6" Type="http://schemas.openxmlformats.org/officeDocument/2006/relationships/tags" Target="../tags/tag53.xml"/><Relationship Id="rId5" Type="http://schemas.openxmlformats.org/officeDocument/2006/relationships/tags" Target="../tags/tag52.xml"/><Relationship Id="rId4" Type="http://schemas.openxmlformats.org/officeDocument/2006/relationships/tags" Target="../tags/tag51.xml"/><Relationship Id="rId3" Type="http://schemas.openxmlformats.org/officeDocument/2006/relationships/tags" Target="../tags/tag50.xml"/><Relationship Id="rId2" Type="http://schemas.openxmlformats.org/officeDocument/2006/relationships/tags" Target="../tags/tag49.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5" Type="http://schemas.openxmlformats.org/officeDocument/2006/relationships/tags" Target="../tags/tag67.xml"/><Relationship Id="rId4" Type="http://schemas.openxmlformats.org/officeDocument/2006/relationships/tags" Target="../tags/tag66.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80.xml"/><Relationship Id="rId8" Type="http://schemas.openxmlformats.org/officeDocument/2006/relationships/tags" Target="../tags/tag79.xml"/><Relationship Id="rId7" Type="http://schemas.openxmlformats.org/officeDocument/2006/relationships/tags" Target="../tags/tag78.xml"/><Relationship Id="rId6" Type="http://schemas.openxmlformats.org/officeDocument/2006/relationships/tags" Target="../tags/tag77.xml"/><Relationship Id="rId5" Type="http://schemas.openxmlformats.org/officeDocument/2006/relationships/tags" Target="../tags/tag76.xml"/><Relationship Id="rId4" Type="http://schemas.openxmlformats.org/officeDocument/2006/relationships/tags" Target="../tags/tag75.xml"/><Relationship Id="rId3" Type="http://schemas.openxmlformats.org/officeDocument/2006/relationships/tags" Target="../tags/tag74.xml"/><Relationship Id="rId2" Type="http://schemas.openxmlformats.org/officeDocument/2006/relationships/tags" Target="../tags/tag73.xml"/><Relationship Id="rId16" Type="http://schemas.openxmlformats.org/officeDocument/2006/relationships/tags" Target="../tags/tag87.xml"/><Relationship Id="rId15" Type="http://schemas.openxmlformats.org/officeDocument/2006/relationships/tags" Target="../tags/tag86.xml"/><Relationship Id="rId14" Type="http://schemas.openxmlformats.org/officeDocument/2006/relationships/tags" Target="../tags/tag85.xml"/><Relationship Id="rId13" Type="http://schemas.openxmlformats.org/officeDocument/2006/relationships/tags" Target="../tags/tag84.xml"/><Relationship Id="rId12" Type="http://schemas.openxmlformats.org/officeDocument/2006/relationships/tags" Target="../tags/tag83.xml"/><Relationship Id="rId11" Type="http://schemas.openxmlformats.org/officeDocument/2006/relationships/tags" Target="../tags/tag82.xml"/><Relationship Id="rId10" Type="http://schemas.openxmlformats.org/officeDocument/2006/relationships/tags" Target="../tags/tag81.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日期占位符 3"/>
          <p:cNvSpPr>
            <a:spLocks noGrp="1"/>
          </p:cNvSpPr>
          <p:nvPr>
            <p:ph type="dt" sz="half" idx="10"/>
          </p:nvPr>
        </p:nvSpPr>
        <p:spPr/>
        <p:txBody>
          <a:bodyPr/>
          <a:lstStyle/>
          <a:p>
            <a:fld id="{21198A3E-FC99-4383-AE74-183A14D5779A}" type="datetimeFigureOut">
              <a:rPr lang="en-US" smtClean="0"/>
            </a:fld>
            <a:endParaRPr lang="en-US" dirty="0"/>
          </a:p>
        </p:txBody>
      </p:sp>
      <p:sp>
        <p:nvSpPr>
          <p:cNvPr id="5" name="页脚占位符 4"/>
          <p:cNvSpPr>
            <a:spLocks noGrp="1"/>
          </p:cNvSpPr>
          <p:nvPr>
            <p:ph type="ftr" sz="quarter" idx="11"/>
          </p:nvPr>
        </p:nvSpPr>
        <p:spPr/>
        <p:txBody>
          <a:bodyPr/>
          <a:lstStyle/>
          <a:p>
            <a:endParaRPr lang="en-US" dirty="0"/>
          </a:p>
        </p:txBody>
      </p:sp>
      <p:sp>
        <p:nvSpPr>
          <p:cNvPr id="6" name="灯片编号占位符 5"/>
          <p:cNvSpPr>
            <a:spLocks noGrp="1"/>
          </p:cNvSpPr>
          <p:nvPr>
            <p:ph type="sldNum" sz="quarter" idx="12"/>
          </p:nvPr>
        </p:nvSpPr>
        <p:spPr/>
        <p:txBody>
          <a:bodyPr/>
          <a:lstStyle/>
          <a:p>
            <a:fld id="{D3A40CBE-93BF-49B9-97E0-E316BEC4A44D}"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日期占位符 3"/>
          <p:cNvSpPr>
            <a:spLocks noGrp="1"/>
          </p:cNvSpPr>
          <p:nvPr>
            <p:ph type="dt" sz="half" idx="10"/>
          </p:nvPr>
        </p:nvSpPr>
        <p:spPr/>
        <p:txBody>
          <a:bodyPr/>
          <a:lstStyle/>
          <a:p>
            <a:fld id="{21198A3E-FC99-4383-AE74-183A14D5779A}" type="datetimeFigureOut">
              <a:rPr lang="en-US" smtClean="0"/>
            </a:fld>
            <a:endParaRPr lang="en-US" dirty="0"/>
          </a:p>
        </p:txBody>
      </p:sp>
      <p:sp>
        <p:nvSpPr>
          <p:cNvPr id="5" name="页脚占位符 4"/>
          <p:cNvSpPr>
            <a:spLocks noGrp="1"/>
          </p:cNvSpPr>
          <p:nvPr>
            <p:ph type="ftr" sz="quarter" idx="11"/>
          </p:nvPr>
        </p:nvSpPr>
        <p:spPr/>
        <p:txBody>
          <a:bodyPr/>
          <a:lstStyle/>
          <a:p>
            <a:endParaRPr lang="en-US" dirty="0"/>
          </a:p>
        </p:txBody>
      </p:sp>
      <p:sp>
        <p:nvSpPr>
          <p:cNvPr id="6" name="灯片编号占位符 5"/>
          <p:cNvSpPr>
            <a:spLocks noGrp="1"/>
          </p:cNvSpPr>
          <p:nvPr>
            <p:ph type="sldNum" sz="quarter" idx="12"/>
          </p:nvPr>
        </p:nvSpPr>
        <p:spPr/>
        <p:txBody>
          <a:bodyPr/>
          <a:lstStyle/>
          <a:p>
            <a:fld id="{D3A40CBE-93BF-49B9-97E0-E316BEC4A44D}"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21198A3E-FC99-4383-AE74-183A14D5779A}" type="datetimeFigureOut">
              <a:rPr lang="en-US" smtClean="0"/>
            </a:fld>
            <a:endParaRPr lang="en-US" dirty="0"/>
          </a:p>
        </p:txBody>
      </p:sp>
      <p:sp>
        <p:nvSpPr>
          <p:cNvPr id="5" name="页脚占位符 4"/>
          <p:cNvSpPr>
            <a:spLocks noGrp="1"/>
          </p:cNvSpPr>
          <p:nvPr>
            <p:ph type="ftr" sz="quarter" idx="11"/>
          </p:nvPr>
        </p:nvSpPr>
        <p:spPr/>
        <p:txBody>
          <a:bodyPr/>
          <a:lstStyle/>
          <a:p>
            <a:endParaRPr lang="en-US" dirty="0"/>
          </a:p>
        </p:txBody>
      </p:sp>
      <p:sp>
        <p:nvSpPr>
          <p:cNvPr id="6" name="灯片编号占位符 5"/>
          <p:cNvSpPr>
            <a:spLocks noGrp="1"/>
          </p:cNvSpPr>
          <p:nvPr>
            <p:ph type="sldNum" sz="quarter" idx="12"/>
          </p:nvPr>
        </p:nvSpPr>
        <p:spPr/>
        <p:txBody>
          <a:bodyPr/>
          <a:lstStyle/>
          <a:p>
            <a:fld id="{D3A40CBE-93BF-49B9-97E0-E316BEC4A44D}" type="slidenum">
              <a:rPr lang="en-US" smtClean="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5" name="日期占位符 4"/>
          <p:cNvSpPr>
            <a:spLocks noGrp="1"/>
          </p:cNvSpPr>
          <p:nvPr>
            <p:ph type="dt" sz="half" idx="10"/>
          </p:nvPr>
        </p:nvSpPr>
        <p:spPr/>
        <p:txBody>
          <a:bodyPr/>
          <a:lstStyle/>
          <a:p>
            <a:fld id="{21198A3E-FC99-4383-AE74-183A14D5779A}" type="datetimeFigureOut">
              <a:rPr lang="en-US" smtClean="0"/>
            </a:fld>
            <a:endParaRPr lang="en-US" dirty="0"/>
          </a:p>
        </p:txBody>
      </p:sp>
      <p:sp>
        <p:nvSpPr>
          <p:cNvPr id="6" name="页脚占位符 5"/>
          <p:cNvSpPr>
            <a:spLocks noGrp="1"/>
          </p:cNvSpPr>
          <p:nvPr>
            <p:ph type="ftr" sz="quarter" idx="11"/>
          </p:nvPr>
        </p:nvSpPr>
        <p:spPr/>
        <p:txBody>
          <a:bodyPr/>
          <a:lstStyle/>
          <a:p>
            <a:endParaRPr lang="en-US" dirty="0"/>
          </a:p>
        </p:txBody>
      </p:sp>
      <p:sp>
        <p:nvSpPr>
          <p:cNvPr id="7" name="灯片编号占位符 6"/>
          <p:cNvSpPr>
            <a:spLocks noGrp="1"/>
          </p:cNvSpPr>
          <p:nvPr>
            <p:ph type="sldNum" sz="quarter" idx="12"/>
          </p:nvPr>
        </p:nvSpPr>
        <p:spPr/>
        <p:txBody>
          <a:bodyPr/>
          <a:lstStyle/>
          <a:p>
            <a:fld id="{D3A40CBE-93BF-49B9-97E0-E316BEC4A44D}"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7" name="日期占位符 6"/>
          <p:cNvSpPr>
            <a:spLocks noGrp="1"/>
          </p:cNvSpPr>
          <p:nvPr>
            <p:ph type="dt" sz="half" idx="10"/>
          </p:nvPr>
        </p:nvSpPr>
        <p:spPr/>
        <p:txBody>
          <a:bodyPr/>
          <a:lstStyle/>
          <a:p>
            <a:fld id="{21198A3E-FC99-4383-AE74-183A14D5779A}" type="datetimeFigureOut">
              <a:rPr lang="en-US" smtClean="0"/>
            </a:fld>
            <a:endParaRPr lang="en-US" dirty="0"/>
          </a:p>
        </p:txBody>
      </p:sp>
      <p:sp>
        <p:nvSpPr>
          <p:cNvPr id="8" name="页脚占位符 7"/>
          <p:cNvSpPr>
            <a:spLocks noGrp="1"/>
          </p:cNvSpPr>
          <p:nvPr>
            <p:ph type="ftr" sz="quarter" idx="11"/>
          </p:nvPr>
        </p:nvSpPr>
        <p:spPr/>
        <p:txBody>
          <a:bodyPr/>
          <a:lstStyle/>
          <a:p>
            <a:endParaRPr lang="en-US" dirty="0"/>
          </a:p>
        </p:txBody>
      </p:sp>
      <p:sp>
        <p:nvSpPr>
          <p:cNvPr id="9" name="灯片编号占位符 8"/>
          <p:cNvSpPr>
            <a:spLocks noGrp="1"/>
          </p:cNvSpPr>
          <p:nvPr>
            <p:ph type="sldNum" sz="quarter" idx="12"/>
          </p:nvPr>
        </p:nvSpPr>
        <p:spPr/>
        <p:txBody>
          <a:bodyPr/>
          <a:lstStyle/>
          <a:p>
            <a:fld id="{D3A40CBE-93BF-49B9-97E0-E316BEC4A44D}"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日期占位符 2"/>
          <p:cNvSpPr>
            <a:spLocks noGrp="1"/>
          </p:cNvSpPr>
          <p:nvPr>
            <p:ph type="dt" sz="half" idx="10"/>
          </p:nvPr>
        </p:nvSpPr>
        <p:spPr/>
        <p:txBody>
          <a:bodyPr/>
          <a:lstStyle/>
          <a:p>
            <a:fld id="{21198A3E-FC99-4383-AE74-183A14D5779A}" type="datetimeFigureOut">
              <a:rPr lang="en-US" smtClean="0"/>
            </a:fld>
            <a:endParaRPr lang="en-US" dirty="0"/>
          </a:p>
        </p:txBody>
      </p:sp>
      <p:sp>
        <p:nvSpPr>
          <p:cNvPr id="4" name="页脚占位符 3"/>
          <p:cNvSpPr>
            <a:spLocks noGrp="1"/>
          </p:cNvSpPr>
          <p:nvPr>
            <p:ph type="ftr" sz="quarter" idx="11"/>
          </p:nvPr>
        </p:nvSpPr>
        <p:spPr/>
        <p:txBody>
          <a:bodyPr/>
          <a:lstStyle/>
          <a:p>
            <a:endParaRPr lang="en-US" dirty="0"/>
          </a:p>
        </p:txBody>
      </p:sp>
      <p:sp>
        <p:nvSpPr>
          <p:cNvPr id="5" name="灯片编号占位符 4"/>
          <p:cNvSpPr>
            <a:spLocks noGrp="1"/>
          </p:cNvSpPr>
          <p:nvPr>
            <p:ph type="sldNum" sz="quarter" idx="12"/>
          </p:nvPr>
        </p:nvSpPr>
        <p:spPr/>
        <p:txBody>
          <a:bodyPr/>
          <a:lstStyle/>
          <a:p>
            <a:fld id="{D3A40CBE-93BF-49B9-97E0-E316BEC4A44D}"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1198A3E-FC99-4383-AE74-183A14D5779A}" type="datetimeFigureOut">
              <a:rPr lang="en-US" smtClean="0"/>
            </a:fld>
            <a:endParaRPr lang="en-US" dirty="0"/>
          </a:p>
        </p:txBody>
      </p:sp>
      <p:sp>
        <p:nvSpPr>
          <p:cNvPr id="3" name="页脚占位符 2"/>
          <p:cNvSpPr>
            <a:spLocks noGrp="1"/>
          </p:cNvSpPr>
          <p:nvPr>
            <p:ph type="ftr" sz="quarter" idx="11"/>
          </p:nvPr>
        </p:nvSpPr>
        <p:spPr/>
        <p:txBody>
          <a:bodyPr/>
          <a:lstStyle/>
          <a:p>
            <a:endParaRPr lang="en-US" dirty="0"/>
          </a:p>
        </p:txBody>
      </p:sp>
      <p:sp>
        <p:nvSpPr>
          <p:cNvPr id="4" name="灯片编号占位符 3"/>
          <p:cNvSpPr>
            <a:spLocks noGrp="1"/>
          </p:cNvSpPr>
          <p:nvPr>
            <p:ph type="sldNum" sz="quarter" idx="12"/>
          </p:nvPr>
        </p:nvSpPr>
        <p:spPr/>
        <p:txBody>
          <a:bodyPr/>
          <a:lstStyle/>
          <a:p>
            <a:fld id="{D3A40CBE-93BF-49B9-97E0-E316BEC4A44D}"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21198A3E-FC99-4383-AE74-183A14D5779A}" type="datetimeFigureOut">
              <a:rPr lang="en-US" smtClean="0"/>
            </a:fld>
            <a:endParaRPr lang="en-US" dirty="0"/>
          </a:p>
        </p:txBody>
      </p:sp>
      <p:sp>
        <p:nvSpPr>
          <p:cNvPr id="6" name="页脚占位符 5"/>
          <p:cNvSpPr>
            <a:spLocks noGrp="1"/>
          </p:cNvSpPr>
          <p:nvPr>
            <p:ph type="ftr" sz="quarter" idx="11"/>
          </p:nvPr>
        </p:nvSpPr>
        <p:spPr/>
        <p:txBody>
          <a:bodyPr/>
          <a:lstStyle/>
          <a:p>
            <a:endParaRPr lang="en-US" dirty="0"/>
          </a:p>
        </p:txBody>
      </p:sp>
      <p:sp>
        <p:nvSpPr>
          <p:cNvPr id="7" name="灯片编号占位符 6"/>
          <p:cNvSpPr>
            <a:spLocks noGrp="1"/>
          </p:cNvSpPr>
          <p:nvPr>
            <p:ph type="sldNum" sz="quarter" idx="12"/>
          </p:nvPr>
        </p:nvSpPr>
        <p:spPr/>
        <p:txBody>
          <a:bodyPr/>
          <a:lstStyle/>
          <a:p>
            <a:fld id="{D3A40CBE-93BF-49B9-97E0-E316BEC4A44D}"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21198A3E-FC99-4383-AE74-183A14D5779A}" type="datetimeFigureOut">
              <a:rPr lang="en-US" smtClean="0"/>
            </a:fld>
            <a:endParaRPr lang="en-US" dirty="0"/>
          </a:p>
        </p:txBody>
      </p:sp>
      <p:sp>
        <p:nvSpPr>
          <p:cNvPr id="6" name="页脚占位符 5"/>
          <p:cNvSpPr>
            <a:spLocks noGrp="1"/>
          </p:cNvSpPr>
          <p:nvPr>
            <p:ph type="ftr" sz="quarter" idx="11"/>
          </p:nvPr>
        </p:nvSpPr>
        <p:spPr/>
        <p:txBody>
          <a:bodyPr/>
          <a:lstStyle/>
          <a:p>
            <a:endParaRPr lang="en-US" dirty="0"/>
          </a:p>
        </p:txBody>
      </p:sp>
      <p:sp>
        <p:nvSpPr>
          <p:cNvPr id="7" name="灯片编号占位符 6"/>
          <p:cNvSpPr>
            <a:spLocks noGrp="1"/>
          </p:cNvSpPr>
          <p:nvPr>
            <p:ph type="sldNum" sz="quarter" idx="12"/>
          </p:nvPr>
        </p:nvSpPr>
        <p:spPr/>
        <p:txBody>
          <a:bodyPr/>
          <a:lstStyle/>
          <a:p>
            <a:fld id="{D3A40CBE-93BF-49B9-97E0-E316BEC4A44D}"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日期占位符 3"/>
          <p:cNvSpPr>
            <a:spLocks noGrp="1"/>
          </p:cNvSpPr>
          <p:nvPr>
            <p:ph type="dt" sz="half" idx="10"/>
          </p:nvPr>
        </p:nvSpPr>
        <p:spPr/>
        <p:txBody>
          <a:bodyPr/>
          <a:lstStyle/>
          <a:p>
            <a:fld id="{21198A3E-FC99-4383-AE74-183A14D5779A}" type="datetimeFigureOut">
              <a:rPr lang="en-US" smtClean="0"/>
            </a:fld>
            <a:endParaRPr lang="en-US" dirty="0"/>
          </a:p>
        </p:txBody>
      </p:sp>
      <p:sp>
        <p:nvSpPr>
          <p:cNvPr id="5" name="页脚占位符 4"/>
          <p:cNvSpPr>
            <a:spLocks noGrp="1"/>
          </p:cNvSpPr>
          <p:nvPr>
            <p:ph type="ftr" sz="quarter" idx="11"/>
          </p:nvPr>
        </p:nvSpPr>
        <p:spPr/>
        <p:txBody>
          <a:bodyPr/>
          <a:lstStyle/>
          <a:p>
            <a:endParaRPr lang="en-US" dirty="0"/>
          </a:p>
        </p:txBody>
      </p:sp>
      <p:sp>
        <p:nvSpPr>
          <p:cNvPr id="6" name="灯片编号占位符 5"/>
          <p:cNvSpPr>
            <a:spLocks noGrp="1"/>
          </p:cNvSpPr>
          <p:nvPr>
            <p:ph type="sldNum" sz="quarter" idx="12"/>
          </p:nvPr>
        </p:nvSpPr>
        <p:spPr/>
        <p:txBody>
          <a:bodyPr/>
          <a:lstStyle/>
          <a:p>
            <a:fld id="{D3A40CBE-93BF-49B9-97E0-E316BEC4A44D}"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日期占位符 3"/>
          <p:cNvSpPr>
            <a:spLocks noGrp="1"/>
          </p:cNvSpPr>
          <p:nvPr>
            <p:ph type="dt" sz="half" idx="10"/>
          </p:nvPr>
        </p:nvSpPr>
        <p:spPr/>
        <p:txBody>
          <a:bodyPr/>
          <a:lstStyle/>
          <a:p>
            <a:fld id="{21198A3E-FC99-4383-AE74-183A14D5779A}" type="datetimeFigureOut">
              <a:rPr lang="en-US" smtClean="0"/>
            </a:fld>
            <a:endParaRPr lang="en-US" dirty="0"/>
          </a:p>
        </p:txBody>
      </p:sp>
      <p:sp>
        <p:nvSpPr>
          <p:cNvPr id="5" name="页脚占位符 4"/>
          <p:cNvSpPr>
            <a:spLocks noGrp="1"/>
          </p:cNvSpPr>
          <p:nvPr>
            <p:ph type="ftr" sz="quarter" idx="11"/>
          </p:nvPr>
        </p:nvSpPr>
        <p:spPr/>
        <p:txBody>
          <a:bodyPr/>
          <a:lstStyle/>
          <a:p>
            <a:endParaRPr lang="en-US" dirty="0"/>
          </a:p>
        </p:txBody>
      </p:sp>
      <p:sp>
        <p:nvSpPr>
          <p:cNvPr id="6" name="灯片编号占位符 5"/>
          <p:cNvSpPr>
            <a:spLocks noGrp="1"/>
          </p:cNvSpPr>
          <p:nvPr>
            <p:ph type="sldNum" sz="quarter" idx="12"/>
          </p:nvPr>
        </p:nvSpPr>
        <p:spPr/>
        <p:txBody>
          <a:bodyPr/>
          <a:lstStyle/>
          <a:p>
            <a:fld id="{D3A40CBE-93BF-49B9-97E0-E316BEC4A44D}" type="slidenum">
              <a:rPr lang="en-US" smtClean="0"/>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1" y="1"/>
            <a:ext cx="12192000" cy="6858000"/>
          </a:xfrm>
          <a:prstGeom prst="rect">
            <a:avLst/>
          </a:prstGeom>
          <a:gradFill>
            <a:gsLst>
              <a:gs pos="0">
                <a:schemeClr val="bg1"/>
              </a:gs>
              <a:gs pos="81000">
                <a:schemeClr val="bg2"/>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userDrawn="1">
            <p:custDataLst>
              <p:tags r:id="rId3"/>
            </p:custDataLst>
          </p:nvPr>
        </p:nvSpPr>
        <p:spPr>
          <a:xfrm>
            <a:off x="3244215" y="878205"/>
            <a:ext cx="5703570" cy="5703570"/>
          </a:xfrm>
          <a:prstGeom prst="ellipse">
            <a:avLst/>
          </a:prstGeom>
          <a:gradFill>
            <a:gsLst>
              <a:gs pos="30000">
                <a:schemeClr val="accent1">
                  <a:lumMod val="20000"/>
                  <a:lumOff val="80000"/>
                  <a:alpha val="0"/>
                </a:schemeClr>
              </a:gs>
              <a:gs pos="0">
                <a:schemeClr val="accent1">
                  <a:lumMod val="20000"/>
                  <a:lumOff val="8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9" name="任意多边形 36"/>
          <p:cNvSpPr/>
          <p:nvPr userDrawn="1">
            <p:custDataLst>
              <p:tags r:id="rId4"/>
            </p:custDataLst>
          </p:nvPr>
        </p:nvSpPr>
        <p:spPr>
          <a:xfrm>
            <a:off x="0" y="5432425"/>
            <a:ext cx="12192000" cy="864870"/>
          </a:xfrm>
          <a:custGeom>
            <a:avLst/>
            <a:gdLst/>
            <a:ahLst/>
            <a:cxnLst>
              <a:cxn ang="3">
                <a:pos x="hc" y="t"/>
              </a:cxn>
              <a:cxn ang="cd2">
                <a:pos x="l" y="vc"/>
              </a:cxn>
              <a:cxn ang="cd4">
                <a:pos x="hc" y="b"/>
              </a:cxn>
              <a:cxn ang="0">
                <a:pos x="r" y="vc"/>
              </a:cxn>
            </a:cxnLst>
            <a:rect l="l" t="t" r="r" b="b"/>
            <a:pathLst>
              <a:path w="19200" h="2033">
                <a:moveTo>
                  <a:pt x="19200" y="145"/>
                </a:moveTo>
                <a:lnTo>
                  <a:pt x="19200" y="2033"/>
                </a:lnTo>
                <a:lnTo>
                  <a:pt x="0" y="2033"/>
                </a:lnTo>
                <a:lnTo>
                  <a:pt x="0" y="153"/>
                </a:lnTo>
                <a:lnTo>
                  <a:pt x="215" y="108"/>
                </a:lnTo>
                <a:lnTo>
                  <a:pt x="438" y="70"/>
                </a:lnTo>
                <a:lnTo>
                  <a:pt x="662" y="40"/>
                </a:lnTo>
                <a:lnTo>
                  <a:pt x="885" y="19"/>
                </a:lnTo>
                <a:lnTo>
                  <a:pt x="1108" y="6"/>
                </a:lnTo>
                <a:lnTo>
                  <a:pt x="1331" y="0"/>
                </a:lnTo>
                <a:lnTo>
                  <a:pt x="1554" y="1"/>
                </a:lnTo>
                <a:lnTo>
                  <a:pt x="1777" y="9"/>
                </a:lnTo>
                <a:lnTo>
                  <a:pt x="2001" y="24"/>
                </a:lnTo>
                <a:lnTo>
                  <a:pt x="2224" y="44"/>
                </a:lnTo>
                <a:lnTo>
                  <a:pt x="2447" y="70"/>
                </a:lnTo>
                <a:lnTo>
                  <a:pt x="2670" y="101"/>
                </a:lnTo>
                <a:lnTo>
                  <a:pt x="2893" y="137"/>
                </a:lnTo>
                <a:lnTo>
                  <a:pt x="3116" y="177"/>
                </a:lnTo>
                <a:lnTo>
                  <a:pt x="3339" y="221"/>
                </a:lnTo>
                <a:lnTo>
                  <a:pt x="3563" y="269"/>
                </a:lnTo>
                <a:lnTo>
                  <a:pt x="3786" y="320"/>
                </a:lnTo>
                <a:lnTo>
                  <a:pt x="4009" y="374"/>
                </a:lnTo>
                <a:lnTo>
                  <a:pt x="4232" y="431"/>
                </a:lnTo>
                <a:lnTo>
                  <a:pt x="4455" y="490"/>
                </a:lnTo>
                <a:lnTo>
                  <a:pt x="4678" y="550"/>
                </a:lnTo>
                <a:lnTo>
                  <a:pt x="4902" y="612"/>
                </a:lnTo>
                <a:lnTo>
                  <a:pt x="5125" y="674"/>
                </a:lnTo>
                <a:lnTo>
                  <a:pt x="5348" y="738"/>
                </a:lnTo>
                <a:lnTo>
                  <a:pt x="5571" y="801"/>
                </a:lnTo>
                <a:lnTo>
                  <a:pt x="5794" y="864"/>
                </a:lnTo>
                <a:lnTo>
                  <a:pt x="6017" y="927"/>
                </a:lnTo>
                <a:lnTo>
                  <a:pt x="6241" y="989"/>
                </a:lnTo>
                <a:lnTo>
                  <a:pt x="6464" y="1049"/>
                </a:lnTo>
                <a:lnTo>
                  <a:pt x="6687" y="1108"/>
                </a:lnTo>
                <a:lnTo>
                  <a:pt x="6910" y="1165"/>
                </a:lnTo>
                <a:lnTo>
                  <a:pt x="7133" y="1219"/>
                </a:lnTo>
                <a:lnTo>
                  <a:pt x="7356" y="1270"/>
                </a:lnTo>
                <a:lnTo>
                  <a:pt x="7580" y="1318"/>
                </a:lnTo>
                <a:lnTo>
                  <a:pt x="7803" y="1362"/>
                </a:lnTo>
                <a:lnTo>
                  <a:pt x="8026" y="1402"/>
                </a:lnTo>
                <a:lnTo>
                  <a:pt x="8249" y="1438"/>
                </a:lnTo>
                <a:lnTo>
                  <a:pt x="8472" y="1469"/>
                </a:lnTo>
                <a:lnTo>
                  <a:pt x="8695" y="1495"/>
                </a:lnTo>
                <a:lnTo>
                  <a:pt x="8918" y="1515"/>
                </a:lnTo>
                <a:lnTo>
                  <a:pt x="9142" y="1530"/>
                </a:lnTo>
                <a:lnTo>
                  <a:pt x="9365" y="1538"/>
                </a:lnTo>
                <a:lnTo>
                  <a:pt x="9588" y="1539"/>
                </a:lnTo>
                <a:lnTo>
                  <a:pt x="9619" y="1538"/>
                </a:lnTo>
                <a:lnTo>
                  <a:pt x="9651" y="1539"/>
                </a:lnTo>
                <a:lnTo>
                  <a:pt x="9874" y="1538"/>
                </a:lnTo>
                <a:lnTo>
                  <a:pt x="10097" y="1530"/>
                </a:lnTo>
                <a:lnTo>
                  <a:pt x="10321" y="1515"/>
                </a:lnTo>
                <a:lnTo>
                  <a:pt x="10544" y="1495"/>
                </a:lnTo>
                <a:lnTo>
                  <a:pt x="10767" y="1469"/>
                </a:lnTo>
                <a:lnTo>
                  <a:pt x="10990" y="1438"/>
                </a:lnTo>
                <a:lnTo>
                  <a:pt x="11213" y="1402"/>
                </a:lnTo>
                <a:lnTo>
                  <a:pt x="11436" y="1362"/>
                </a:lnTo>
                <a:lnTo>
                  <a:pt x="11659" y="1318"/>
                </a:lnTo>
                <a:lnTo>
                  <a:pt x="11883" y="1270"/>
                </a:lnTo>
                <a:lnTo>
                  <a:pt x="12106" y="1219"/>
                </a:lnTo>
                <a:lnTo>
                  <a:pt x="12329" y="1165"/>
                </a:lnTo>
                <a:lnTo>
                  <a:pt x="12552" y="1108"/>
                </a:lnTo>
                <a:lnTo>
                  <a:pt x="12775" y="1049"/>
                </a:lnTo>
                <a:lnTo>
                  <a:pt x="12998" y="989"/>
                </a:lnTo>
                <a:lnTo>
                  <a:pt x="13222" y="927"/>
                </a:lnTo>
                <a:lnTo>
                  <a:pt x="13445" y="864"/>
                </a:lnTo>
                <a:lnTo>
                  <a:pt x="13668" y="801"/>
                </a:lnTo>
                <a:lnTo>
                  <a:pt x="13891" y="738"/>
                </a:lnTo>
                <a:lnTo>
                  <a:pt x="14114" y="674"/>
                </a:lnTo>
                <a:lnTo>
                  <a:pt x="14337" y="612"/>
                </a:lnTo>
                <a:lnTo>
                  <a:pt x="14561" y="550"/>
                </a:lnTo>
                <a:lnTo>
                  <a:pt x="14784" y="490"/>
                </a:lnTo>
                <a:lnTo>
                  <a:pt x="15007" y="431"/>
                </a:lnTo>
                <a:lnTo>
                  <a:pt x="15230" y="374"/>
                </a:lnTo>
                <a:lnTo>
                  <a:pt x="15453" y="320"/>
                </a:lnTo>
                <a:lnTo>
                  <a:pt x="15676" y="269"/>
                </a:lnTo>
                <a:lnTo>
                  <a:pt x="15900" y="221"/>
                </a:lnTo>
                <a:lnTo>
                  <a:pt x="16123" y="177"/>
                </a:lnTo>
                <a:lnTo>
                  <a:pt x="16346" y="137"/>
                </a:lnTo>
                <a:lnTo>
                  <a:pt x="16569" y="101"/>
                </a:lnTo>
                <a:lnTo>
                  <a:pt x="16792" y="70"/>
                </a:lnTo>
                <a:lnTo>
                  <a:pt x="17015" y="44"/>
                </a:lnTo>
                <a:lnTo>
                  <a:pt x="17238" y="24"/>
                </a:lnTo>
                <a:lnTo>
                  <a:pt x="17462" y="9"/>
                </a:lnTo>
                <a:lnTo>
                  <a:pt x="17685" y="1"/>
                </a:lnTo>
                <a:lnTo>
                  <a:pt x="17908" y="0"/>
                </a:lnTo>
                <a:lnTo>
                  <a:pt x="18131" y="6"/>
                </a:lnTo>
                <a:lnTo>
                  <a:pt x="18354" y="19"/>
                </a:lnTo>
                <a:lnTo>
                  <a:pt x="18577" y="40"/>
                </a:lnTo>
                <a:lnTo>
                  <a:pt x="18801" y="70"/>
                </a:lnTo>
                <a:lnTo>
                  <a:pt x="19024" y="108"/>
                </a:lnTo>
                <a:lnTo>
                  <a:pt x="19200" y="145"/>
                </a:lnTo>
                <a:close/>
              </a:path>
            </a:pathLst>
          </a:custGeom>
          <a:gradFill>
            <a:gsLst>
              <a:gs pos="0">
                <a:schemeClr val="accent2"/>
              </a:gs>
              <a:gs pos="99000">
                <a:schemeClr val="accent2">
                  <a:lumMod val="20000"/>
                  <a:lumOff val="80000"/>
                </a:schemeClr>
              </a:gs>
              <a:gs pos="58000">
                <a:schemeClr val="accent2">
                  <a:lumMod val="60000"/>
                  <a:lumOff val="4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mj-ea"/>
              <a:ea typeface="+mj-ea"/>
              <a:sym typeface="+mn-ea"/>
            </a:endParaRPr>
          </a:p>
        </p:txBody>
      </p:sp>
      <p:sp>
        <p:nvSpPr>
          <p:cNvPr id="11" name="任意多边形 57"/>
          <p:cNvSpPr/>
          <p:nvPr userDrawn="1">
            <p:custDataLst>
              <p:tags r:id="rId5"/>
            </p:custDataLst>
          </p:nvPr>
        </p:nvSpPr>
        <p:spPr>
          <a:xfrm>
            <a:off x="0" y="5594985"/>
            <a:ext cx="12192000" cy="1263015"/>
          </a:xfrm>
          <a:custGeom>
            <a:avLst/>
            <a:gdLst/>
            <a:ahLst/>
            <a:cxnLst>
              <a:cxn ang="3">
                <a:pos x="hc" y="t"/>
              </a:cxn>
              <a:cxn ang="cd2">
                <a:pos x="l" y="vc"/>
              </a:cxn>
              <a:cxn ang="cd4">
                <a:pos x="hc" y="b"/>
              </a:cxn>
              <a:cxn ang="0">
                <a:pos x="r" y="vc"/>
              </a:cxn>
            </a:cxnLst>
            <a:rect l="l" t="t" r="r" b="b"/>
            <a:pathLst>
              <a:path w="19200" h="1776">
                <a:moveTo>
                  <a:pt x="19200" y="1241"/>
                </a:moveTo>
                <a:lnTo>
                  <a:pt x="19200" y="1776"/>
                </a:lnTo>
                <a:lnTo>
                  <a:pt x="0" y="1776"/>
                </a:lnTo>
                <a:lnTo>
                  <a:pt x="0" y="92"/>
                </a:lnTo>
                <a:lnTo>
                  <a:pt x="215" y="65"/>
                </a:lnTo>
                <a:lnTo>
                  <a:pt x="438" y="42"/>
                </a:lnTo>
                <a:lnTo>
                  <a:pt x="662" y="24"/>
                </a:lnTo>
                <a:lnTo>
                  <a:pt x="885" y="11"/>
                </a:lnTo>
                <a:lnTo>
                  <a:pt x="1108" y="4"/>
                </a:lnTo>
                <a:lnTo>
                  <a:pt x="1331" y="0"/>
                </a:lnTo>
                <a:lnTo>
                  <a:pt x="1554" y="1"/>
                </a:lnTo>
                <a:lnTo>
                  <a:pt x="1777" y="5"/>
                </a:lnTo>
                <a:lnTo>
                  <a:pt x="2001" y="14"/>
                </a:lnTo>
                <a:lnTo>
                  <a:pt x="2224" y="26"/>
                </a:lnTo>
                <a:lnTo>
                  <a:pt x="2447" y="42"/>
                </a:lnTo>
                <a:lnTo>
                  <a:pt x="2670" y="60"/>
                </a:lnTo>
                <a:lnTo>
                  <a:pt x="2893" y="82"/>
                </a:lnTo>
                <a:lnTo>
                  <a:pt x="3116" y="106"/>
                </a:lnTo>
                <a:lnTo>
                  <a:pt x="3339" y="132"/>
                </a:lnTo>
                <a:lnTo>
                  <a:pt x="3563" y="161"/>
                </a:lnTo>
                <a:lnTo>
                  <a:pt x="3786" y="191"/>
                </a:lnTo>
                <a:lnTo>
                  <a:pt x="4009" y="224"/>
                </a:lnTo>
                <a:lnTo>
                  <a:pt x="4232" y="258"/>
                </a:lnTo>
                <a:lnTo>
                  <a:pt x="4455" y="293"/>
                </a:lnTo>
                <a:lnTo>
                  <a:pt x="4678" y="329"/>
                </a:lnTo>
                <a:lnTo>
                  <a:pt x="4902" y="366"/>
                </a:lnTo>
                <a:lnTo>
                  <a:pt x="5125" y="403"/>
                </a:lnTo>
                <a:lnTo>
                  <a:pt x="5348" y="442"/>
                </a:lnTo>
                <a:lnTo>
                  <a:pt x="5571" y="479"/>
                </a:lnTo>
                <a:lnTo>
                  <a:pt x="5794" y="517"/>
                </a:lnTo>
                <a:lnTo>
                  <a:pt x="6017" y="555"/>
                </a:lnTo>
                <a:lnTo>
                  <a:pt x="6241" y="592"/>
                </a:lnTo>
                <a:lnTo>
                  <a:pt x="6464" y="628"/>
                </a:lnTo>
                <a:lnTo>
                  <a:pt x="6687" y="663"/>
                </a:lnTo>
                <a:lnTo>
                  <a:pt x="6910" y="697"/>
                </a:lnTo>
                <a:lnTo>
                  <a:pt x="7133" y="729"/>
                </a:lnTo>
                <a:lnTo>
                  <a:pt x="7356" y="760"/>
                </a:lnTo>
                <a:lnTo>
                  <a:pt x="7580" y="789"/>
                </a:lnTo>
                <a:lnTo>
                  <a:pt x="7803" y="815"/>
                </a:lnTo>
                <a:lnTo>
                  <a:pt x="8026" y="839"/>
                </a:lnTo>
                <a:lnTo>
                  <a:pt x="8249" y="860"/>
                </a:lnTo>
                <a:lnTo>
                  <a:pt x="8472" y="879"/>
                </a:lnTo>
                <a:lnTo>
                  <a:pt x="8695" y="895"/>
                </a:lnTo>
                <a:lnTo>
                  <a:pt x="8918" y="907"/>
                </a:lnTo>
                <a:lnTo>
                  <a:pt x="9142" y="915"/>
                </a:lnTo>
                <a:lnTo>
                  <a:pt x="9365" y="920"/>
                </a:lnTo>
                <a:lnTo>
                  <a:pt x="9588" y="921"/>
                </a:lnTo>
                <a:lnTo>
                  <a:pt x="9619" y="920"/>
                </a:lnTo>
                <a:lnTo>
                  <a:pt x="9651" y="921"/>
                </a:lnTo>
                <a:lnTo>
                  <a:pt x="9874" y="920"/>
                </a:lnTo>
                <a:lnTo>
                  <a:pt x="10097" y="915"/>
                </a:lnTo>
                <a:lnTo>
                  <a:pt x="10321" y="907"/>
                </a:lnTo>
                <a:lnTo>
                  <a:pt x="10544" y="895"/>
                </a:lnTo>
                <a:lnTo>
                  <a:pt x="10767" y="879"/>
                </a:lnTo>
                <a:lnTo>
                  <a:pt x="10990" y="860"/>
                </a:lnTo>
                <a:lnTo>
                  <a:pt x="11213" y="839"/>
                </a:lnTo>
                <a:lnTo>
                  <a:pt x="11436" y="815"/>
                </a:lnTo>
                <a:lnTo>
                  <a:pt x="11659" y="789"/>
                </a:lnTo>
                <a:lnTo>
                  <a:pt x="11883" y="760"/>
                </a:lnTo>
                <a:lnTo>
                  <a:pt x="12106" y="729"/>
                </a:lnTo>
                <a:lnTo>
                  <a:pt x="12329" y="697"/>
                </a:lnTo>
                <a:lnTo>
                  <a:pt x="12552" y="663"/>
                </a:lnTo>
                <a:lnTo>
                  <a:pt x="12775" y="628"/>
                </a:lnTo>
                <a:lnTo>
                  <a:pt x="12998" y="592"/>
                </a:lnTo>
                <a:lnTo>
                  <a:pt x="13222" y="555"/>
                </a:lnTo>
                <a:lnTo>
                  <a:pt x="13445" y="517"/>
                </a:lnTo>
                <a:lnTo>
                  <a:pt x="13668" y="479"/>
                </a:lnTo>
                <a:lnTo>
                  <a:pt x="13891" y="442"/>
                </a:lnTo>
                <a:lnTo>
                  <a:pt x="14114" y="403"/>
                </a:lnTo>
                <a:lnTo>
                  <a:pt x="14337" y="366"/>
                </a:lnTo>
                <a:lnTo>
                  <a:pt x="14561" y="329"/>
                </a:lnTo>
                <a:lnTo>
                  <a:pt x="14784" y="293"/>
                </a:lnTo>
                <a:lnTo>
                  <a:pt x="15007" y="258"/>
                </a:lnTo>
                <a:lnTo>
                  <a:pt x="15230" y="224"/>
                </a:lnTo>
                <a:lnTo>
                  <a:pt x="15453" y="191"/>
                </a:lnTo>
                <a:lnTo>
                  <a:pt x="15676" y="161"/>
                </a:lnTo>
                <a:lnTo>
                  <a:pt x="15900" y="132"/>
                </a:lnTo>
                <a:lnTo>
                  <a:pt x="16123" y="106"/>
                </a:lnTo>
                <a:lnTo>
                  <a:pt x="16346" y="82"/>
                </a:lnTo>
                <a:lnTo>
                  <a:pt x="16569" y="60"/>
                </a:lnTo>
                <a:lnTo>
                  <a:pt x="16792" y="42"/>
                </a:lnTo>
                <a:lnTo>
                  <a:pt x="17015" y="26"/>
                </a:lnTo>
                <a:lnTo>
                  <a:pt x="17238" y="14"/>
                </a:lnTo>
                <a:lnTo>
                  <a:pt x="17462" y="5"/>
                </a:lnTo>
                <a:lnTo>
                  <a:pt x="17685" y="1"/>
                </a:lnTo>
                <a:lnTo>
                  <a:pt x="17908" y="0"/>
                </a:lnTo>
                <a:lnTo>
                  <a:pt x="18131" y="4"/>
                </a:lnTo>
                <a:lnTo>
                  <a:pt x="18354" y="11"/>
                </a:lnTo>
                <a:lnTo>
                  <a:pt x="18577" y="24"/>
                </a:lnTo>
                <a:lnTo>
                  <a:pt x="18801" y="42"/>
                </a:lnTo>
                <a:lnTo>
                  <a:pt x="19024" y="65"/>
                </a:lnTo>
                <a:lnTo>
                  <a:pt x="19200" y="87"/>
                </a:lnTo>
                <a:lnTo>
                  <a:pt x="19200" y="1241"/>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mj-ea"/>
              <a:ea typeface="+mj-ea"/>
            </a:endParaRPr>
          </a:p>
        </p:txBody>
      </p:sp>
      <p:cxnSp>
        <p:nvCxnSpPr>
          <p:cNvPr id="13" name="直接连接符 12"/>
          <p:cNvCxnSpPr/>
          <p:nvPr>
            <p:custDataLst>
              <p:tags r:id="rId6"/>
            </p:custDataLst>
          </p:nvPr>
        </p:nvCxnSpPr>
        <p:spPr>
          <a:xfrm>
            <a:off x="11106785" y="693737"/>
            <a:ext cx="235520" cy="0"/>
          </a:xfrm>
          <a:prstGeom prst="line">
            <a:avLst/>
          </a:prstGeom>
          <a:ln w="3175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custDataLst>
              <p:tags r:id="rId7"/>
            </p:custDataLst>
          </p:nvPr>
        </p:nvCxnSpPr>
        <p:spPr>
          <a:xfrm>
            <a:off x="11106785" y="754697"/>
            <a:ext cx="235520" cy="0"/>
          </a:xfrm>
          <a:prstGeom prst="line">
            <a:avLst/>
          </a:prstGeom>
          <a:ln w="3175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8"/>
            </p:custDataLst>
          </p:nvPr>
        </p:nvCxnSpPr>
        <p:spPr>
          <a:xfrm>
            <a:off x="11106785" y="815657"/>
            <a:ext cx="235520" cy="0"/>
          </a:xfrm>
          <a:prstGeom prst="line">
            <a:avLst/>
          </a:prstGeom>
          <a:ln w="31750"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userDrawn="1">
            <p:ph type="ctrTitle"/>
            <p:custDataLst>
              <p:tags r:id="rId9"/>
            </p:custDataLst>
          </p:nvPr>
        </p:nvSpPr>
        <p:spPr>
          <a:xfrm>
            <a:off x="838200" y="2392090"/>
            <a:ext cx="10515600" cy="1063910"/>
          </a:xfrm>
        </p:spPr>
        <p:txBody>
          <a:bodyPr wrap="square" anchor="b">
            <a:normAutofit/>
          </a:bodyPr>
          <a:lstStyle>
            <a:lvl1pPr algn="ctr">
              <a:lnSpc>
                <a:spcPct val="100000"/>
              </a:lnSpc>
              <a:defRPr lang="zh-CN" altLang="en-US" sz="6600" b="1" kern="1200" dirty="0">
                <a:solidFill>
                  <a:schemeClr val="tx2"/>
                </a:solidFill>
                <a:effectLst>
                  <a:outerShdw blurRad="127000" dist="63500" dir="2700000" algn="tl" rotWithShape="0">
                    <a:schemeClr val="tx2">
                      <a:alpha val="20000"/>
                    </a:schemeClr>
                  </a:outerShdw>
                </a:effectLst>
                <a:latin typeface="+mj-ea"/>
                <a:ea typeface="+mj-ea"/>
                <a:cs typeface="+mn-cs"/>
              </a:defRPr>
            </a:lvl1pPr>
          </a:lstStyle>
          <a:p>
            <a:r>
              <a:rPr lang="zh-CN" altLang="en-US" dirty="0"/>
              <a:t>单击此处编辑母版标题样式</a:t>
            </a:r>
            <a:endParaRPr lang="zh-CN" altLang="en-US" dirty="0"/>
          </a:p>
        </p:txBody>
      </p:sp>
      <p:sp>
        <p:nvSpPr>
          <p:cNvPr id="3" name="副标题 2"/>
          <p:cNvSpPr>
            <a:spLocks noGrp="1"/>
          </p:cNvSpPr>
          <p:nvPr userDrawn="1">
            <p:ph type="subTitle" idx="1" hasCustomPrompt="1"/>
            <p:custDataLst>
              <p:tags r:id="rId10"/>
            </p:custDataLst>
          </p:nvPr>
        </p:nvSpPr>
        <p:spPr>
          <a:xfrm>
            <a:off x="838200" y="3618560"/>
            <a:ext cx="10515600" cy="755848"/>
          </a:xfrm>
        </p:spPr>
        <p:txBody>
          <a:bodyPr wrap="square">
            <a:normAutofit/>
          </a:bodyPr>
          <a:lstStyle>
            <a:lvl1pPr marL="0" indent="0" algn="ctr">
              <a:lnSpc>
                <a:spcPct val="100000"/>
              </a:lnSpc>
              <a:buNone/>
              <a:defRPr lang="zh-CN" altLang="en-US" sz="1200" b="1" kern="1200" cap="all" spc="1000" baseline="0" dirty="0">
                <a:solidFill>
                  <a:schemeClr val="tx2"/>
                </a:solidFill>
                <a:uFillTx/>
                <a:latin typeface="+mn-ea"/>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4" name="日期占位符 3"/>
          <p:cNvSpPr>
            <a:spLocks noGrp="1"/>
          </p:cNvSpPr>
          <p:nvPr userDrawn="1">
            <p:ph type="dt" sz="half" idx="10"/>
            <p:custDataLst>
              <p:tags r:id="rId11"/>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userDrawn="1">
            <p:ph type="ftr" sz="quarter" idx="11"/>
            <p:custDataLst>
              <p:tags r:id="rId12"/>
            </p:custDataLst>
          </p:nvPr>
        </p:nvSpPr>
        <p:spPr/>
        <p:txBody>
          <a:bodyPr>
            <a:normAutofit/>
          </a:bodyPr>
          <a:lstStyle/>
          <a:p>
            <a:endParaRPr lang="zh-CN" altLang="en-US" dirty="0"/>
          </a:p>
        </p:txBody>
      </p:sp>
      <p:sp>
        <p:nvSpPr>
          <p:cNvPr id="6" name="灯片编号占位符 5"/>
          <p:cNvSpPr>
            <a:spLocks noGrp="1"/>
          </p:cNvSpPr>
          <p:nvPr userDrawn="1">
            <p:ph type="sldNum" sz="quarter" idx="12"/>
            <p:custDataLst>
              <p:tags r:id="rId13"/>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10" name="公司名占位符 6"/>
          <p:cNvSpPr>
            <a:spLocks noGrp="1"/>
          </p:cNvSpPr>
          <p:nvPr userDrawn="1">
            <p:ph type="body" sz="quarter" idx="13" hasCustomPrompt="1"/>
            <p:custDataLst>
              <p:tags r:id="rId14"/>
            </p:custDataLst>
          </p:nvPr>
        </p:nvSpPr>
        <p:spPr>
          <a:xfrm>
            <a:off x="838198" y="504000"/>
            <a:ext cx="2880000" cy="504000"/>
          </a:xfrm>
        </p:spPr>
        <p:txBody>
          <a:bodyPr wrap="square" anchor="ctr">
            <a:normAutofit/>
          </a:bodyPr>
          <a:lstStyle>
            <a:lvl1pPr marL="0" indent="0">
              <a:lnSpc>
                <a:spcPct val="100000"/>
              </a:lnSpc>
              <a:buNone/>
              <a:defRPr sz="1400">
                <a:solidFill>
                  <a:schemeClr val="tx2"/>
                </a:solidFill>
              </a:defRPr>
            </a:lvl1pPr>
          </a:lstStyle>
          <a:p>
            <a:pPr lvl="0"/>
            <a:r>
              <a:rPr lang="zh-CN" altLang="en-US" dirty="0"/>
              <a:t>公司名</a:t>
            </a:r>
            <a:endParaRPr lang="zh-CN" altLang="en-US" dirty="0"/>
          </a:p>
        </p:txBody>
      </p:sp>
      <p:sp>
        <p:nvSpPr>
          <p:cNvPr id="14" name="日期时间占位符 7"/>
          <p:cNvSpPr>
            <a:spLocks noGrp="1"/>
          </p:cNvSpPr>
          <p:nvPr userDrawn="1">
            <p:ph type="body" sz="quarter" idx="14" hasCustomPrompt="1"/>
            <p:custDataLst>
              <p:tags r:id="rId15"/>
            </p:custDataLst>
          </p:nvPr>
        </p:nvSpPr>
        <p:spPr>
          <a:xfrm>
            <a:off x="6171525" y="4652200"/>
            <a:ext cx="2520000" cy="432000"/>
          </a:xfrm>
          <a:prstGeom prst="roundRect">
            <a:avLst>
              <a:gd name="adj" fmla="val 50000"/>
            </a:avLst>
          </a:prstGeom>
          <a:solidFill>
            <a:schemeClr val="accent2">
              <a:lumMod val="60000"/>
              <a:lumOff val="40000"/>
            </a:schemeClr>
          </a:solidFill>
        </p:spPr>
        <p:txBody>
          <a:bodyPr wrap="square" anchor="ctr">
            <a:normAutofit/>
          </a:bodyPr>
          <a:lstStyle>
            <a:lvl1pPr marL="0" indent="0" algn="ctr">
              <a:lnSpc>
                <a:spcPct val="100000"/>
              </a:lnSpc>
              <a:buNone/>
              <a:defRPr sz="1200" b="1">
                <a:solidFill>
                  <a:srgbClr val="FFFFFF"/>
                </a:solidFill>
              </a:defRPr>
            </a:lvl1pPr>
          </a:lstStyle>
          <a:p>
            <a:pPr lvl="0"/>
            <a:r>
              <a:rPr lang="zh-CN" altLang="en-US" dirty="0"/>
              <a:t>日期时间</a:t>
            </a:r>
            <a:endParaRPr lang="zh-CN" altLang="en-US" dirty="0"/>
          </a:p>
        </p:txBody>
      </p:sp>
      <p:sp>
        <p:nvSpPr>
          <p:cNvPr id="18" name="年号占位符 8"/>
          <p:cNvSpPr>
            <a:spLocks noGrp="1"/>
          </p:cNvSpPr>
          <p:nvPr userDrawn="1">
            <p:ph type="body" sz="quarter" idx="15" hasCustomPrompt="1"/>
            <p:custDataLst>
              <p:tags r:id="rId16"/>
            </p:custDataLst>
          </p:nvPr>
        </p:nvSpPr>
        <p:spPr>
          <a:xfrm>
            <a:off x="3991429" y="997167"/>
            <a:ext cx="4209142" cy="1359600"/>
          </a:xfrm>
        </p:spPr>
        <p:txBody>
          <a:bodyPr wrap="square" anchor="b" anchorCtr="0">
            <a:normAutofit/>
          </a:bodyPr>
          <a:lstStyle>
            <a:lvl1pPr marL="0" indent="0" algn="ctr">
              <a:lnSpc>
                <a:spcPct val="100000"/>
              </a:lnSpc>
              <a:buNone/>
              <a:defRPr lang="zh-CN" altLang="en-US" sz="6000" b="1" kern="1200" dirty="0">
                <a:ln w="12700">
                  <a:solidFill>
                    <a:schemeClr val="accent1"/>
                  </a:solidFill>
                </a:ln>
                <a:solidFill>
                  <a:schemeClr val="accent1">
                    <a:lumMod val="20000"/>
                    <a:lumOff val="80000"/>
                  </a:schemeClr>
                </a:solidFill>
                <a:effectLst/>
                <a:latin typeface="+mn-ea"/>
                <a:ea typeface="+mn-ea"/>
                <a:cs typeface="+mn-cs"/>
              </a:defRPr>
            </a:lvl1pPr>
          </a:lstStyle>
          <a:p>
            <a:pPr lvl="0"/>
            <a:r>
              <a:rPr lang="zh-CN" altLang="en-US" dirty="0"/>
              <a:t>年号</a:t>
            </a:r>
            <a:endParaRPr lang="zh-CN" altLang="en-US" dirty="0"/>
          </a:p>
        </p:txBody>
      </p:sp>
      <p:sp>
        <p:nvSpPr>
          <p:cNvPr id="24" name="署名占位符 10"/>
          <p:cNvSpPr>
            <a:spLocks noGrp="1"/>
          </p:cNvSpPr>
          <p:nvPr userDrawn="1">
            <p:ph type="body" sz="quarter" idx="17" hasCustomPrompt="1"/>
            <p:custDataLst>
              <p:tags r:id="rId17"/>
            </p:custDataLst>
          </p:nvPr>
        </p:nvSpPr>
        <p:spPr>
          <a:xfrm>
            <a:off x="3496310" y="4652200"/>
            <a:ext cx="2520000" cy="432000"/>
          </a:xfrm>
          <a:prstGeom prst="roundRect">
            <a:avLst>
              <a:gd name="adj" fmla="val 50000"/>
            </a:avLst>
          </a:prstGeom>
          <a:solidFill>
            <a:schemeClr val="accent2">
              <a:lumMod val="60000"/>
              <a:lumOff val="40000"/>
            </a:schemeClr>
          </a:solidFill>
        </p:spPr>
        <p:txBody>
          <a:bodyPr wrap="square" anchor="ctr">
            <a:normAutofit/>
          </a:bodyPr>
          <a:lstStyle>
            <a:lvl1pPr marL="0" indent="0" algn="ctr">
              <a:lnSpc>
                <a:spcPct val="100000"/>
              </a:lnSpc>
              <a:buNone/>
              <a:defRPr sz="1200" b="1">
                <a:solidFill>
                  <a:srgbClr val="FFFFFF"/>
                </a:solidFill>
              </a:defRPr>
            </a:lvl1pPr>
          </a:lstStyle>
          <a:p>
            <a:pPr lvl="0"/>
            <a:r>
              <a:rPr lang="zh-CN" altLang="en-US" dirty="0"/>
              <a:t>署名</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内容占位符 2"/>
          <p:cNvSpPr>
            <a:spLocks noGrp="1"/>
          </p:cNvSpPr>
          <p:nvPr>
            <p:ph idx="1"/>
            <p:custDataLst>
              <p:tags r:id="rId3"/>
            </p:custDataLst>
          </p:nvPr>
        </p:nvSpPr>
        <p:spPr/>
        <p:txBody>
          <a:bodyPr wrap="square">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sp>
        <p:nvSpPr>
          <p:cNvPr id="3" name="矩形 2"/>
          <p:cNvSpPr/>
          <p:nvPr userDrawn="1">
            <p:custDataLst>
              <p:tags r:id="rId2"/>
            </p:custDataLst>
          </p:nvPr>
        </p:nvSpPr>
        <p:spPr>
          <a:xfrm>
            <a:off x="1" y="1"/>
            <a:ext cx="12192000" cy="6858000"/>
          </a:xfrm>
          <a:prstGeom prst="rect">
            <a:avLst/>
          </a:prstGeom>
          <a:gradFill>
            <a:gsLst>
              <a:gs pos="0">
                <a:schemeClr val="bg1"/>
              </a:gs>
              <a:gs pos="81000">
                <a:schemeClr val="bg2"/>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椭圆 3"/>
          <p:cNvSpPr/>
          <p:nvPr userDrawn="1">
            <p:custDataLst>
              <p:tags r:id="rId3"/>
            </p:custDataLst>
          </p:nvPr>
        </p:nvSpPr>
        <p:spPr>
          <a:xfrm>
            <a:off x="1699895" y="2041906"/>
            <a:ext cx="2643505" cy="2643505"/>
          </a:xfrm>
          <a:prstGeom prst="ellipse">
            <a:avLst/>
          </a:prstGeom>
          <a:gradFill>
            <a:gsLst>
              <a:gs pos="30000">
                <a:schemeClr val="accent1">
                  <a:lumMod val="20000"/>
                  <a:lumOff val="80000"/>
                  <a:alpha val="0"/>
                </a:schemeClr>
              </a:gs>
              <a:gs pos="0">
                <a:schemeClr val="accent1">
                  <a:lumMod val="20000"/>
                  <a:lumOff val="8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5" name="任意多边形 36"/>
          <p:cNvSpPr/>
          <p:nvPr userDrawn="1">
            <p:custDataLst>
              <p:tags r:id="rId4"/>
            </p:custDataLst>
          </p:nvPr>
        </p:nvSpPr>
        <p:spPr>
          <a:xfrm>
            <a:off x="0" y="5624503"/>
            <a:ext cx="7802117" cy="998185"/>
          </a:xfrm>
          <a:custGeom>
            <a:avLst/>
            <a:gdLst/>
            <a:ahLst/>
            <a:cxnLst>
              <a:cxn ang="3">
                <a:pos x="hc" y="t"/>
              </a:cxn>
              <a:cxn ang="cd2">
                <a:pos x="l" y="vc"/>
              </a:cxn>
              <a:cxn ang="cd4">
                <a:pos x="hc" y="b"/>
              </a:cxn>
              <a:cxn ang="0">
                <a:pos x="r" y="vc"/>
              </a:cxn>
            </a:cxnLst>
            <a:rect l="l" t="t" r="r" b="b"/>
            <a:pathLst>
              <a:path w="12287" h="1572">
                <a:moveTo>
                  <a:pt x="12287" y="1572"/>
                </a:moveTo>
                <a:lnTo>
                  <a:pt x="0" y="1572"/>
                </a:lnTo>
                <a:lnTo>
                  <a:pt x="0" y="510"/>
                </a:lnTo>
                <a:lnTo>
                  <a:pt x="83" y="482"/>
                </a:lnTo>
                <a:lnTo>
                  <a:pt x="444" y="378"/>
                </a:lnTo>
                <a:lnTo>
                  <a:pt x="805" y="288"/>
                </a:lnTo>
                <a:lnTo>
                  <a:pt x="1166" y="211"/>
                </a:lnTo>
                <a:lnTo>
                  <a:pt x="1526" y="147"/>
                </a:lnTo>
                <a:lnTo>
                  <a:pt x="1887" y="95"/>
                </a:lnTo>
                <a:lnTo>
                  <a:pt x="2248" y="55"/>
                </a:lnTo>
                <a:lnTo>
                  <a:pt x="2609" y="26"/>
                </a:lnTo>
                <a:lnTo>
                  <a:pt x="2970" y="8"/>
                </a:lnTo>
                <a:lnTo>
                  <a:pt x="3331" y="0"/>
                </a:lnTo>
                <a:lnTo>
                  <a:pt x="3692" y="2"/>
                </a:lnTo>
                <a:lnTo>
                  <a:pt x="4053" y="13"/>
                </a:lnTo>
                <a:lnTo>
                  <a:pt x="4414" y="32"/>
                </a:lnTo>
                <a:lnTo>
                  <a:pt x="4775" y="60"/>
                </a:lnTo>
                <a:lnTo>
                  <a:pt x="5136" y="95"/>
                </a:lnTo>
                <a:lnTo>
                  <a:pt x="5497" y="137"/>
                </a:lnTo>
                <a:lnTo>
                  <a:pt x="5858" y="186"/>
                </a:lnTo>
                <a:lnTo>
                  <a:pt x="6219" y="241"/>
                </a:lnTo>
                <a:lnTo>
                  <a:pt x="6580" y="301"/>
                </a:lnTo>
                <a:lnTo>
                  <a:pt x="6941" y="367"/>
                </a:lnTo>
                <a:lnTo>
                  <a:pt x="7301" y="436"/>
                </a:lnTo>
                <a:lnTo>
                  <a:pt x="7662" y="510"/>
                </a:lnTo>
                <a:lnTo>
                  <a:pt x="8023" y="587"/>
                </a:lnTo>
                <a:lnTo>
                  <a:pt x="8384" y="667"/>
                </a:lnTo>
                <a:lnTo>
                  <a:pt x="8745" y="749"/>
                </a:lnTo>
                <a:lnTo>
                  <a:pt x="9106" y="833"/>
                </a:lnTo>
                <a:lnTo>
                  <a:pt x="9467" y="919"/>
                </a:lnTo>
                <a:lnTo>
                  <a:pt x="9828" y="1005"/>
                </a:lnTo>
                <a:lnTo>
                  <a:pt x="10189" y="1091"/>
                </a:lnTo>
                <a:lnTo>
                  <a:pt x="10550" y="1178"/>
                </a:lnTo>
                <a:lnTo>
                  <a:pt x="10911" y="1263"/>
                </a:lnTo>
                <a:lnTo>
                  <a:pt x="11272" y="1347"/>
                </a:lnTo>
                <a:lnTo>
                  <a:pt x="11633" y="1429"/>
                </a:lnTo>
                <a:lnTo>
                  <a:pt x="11994" y="1509"/>
                </a:lnTo>
                <a:lnTo>
                  <a:pt x="12287" y="1572"/>
                </a:lnTo>
                <a:close/>
              </a:path>
            </a:pathLst>
          </a:custGeom>
          <a:gradFill>
            <a:gsLst>
              <a:gs pos="26000">
                <a:schemeClr val="accent2"/>
              </a:gs>
              <a:gs pos="99000">
                <a:schemeClr val="accent2">
                  <a:lumMod val="20000"/>
                  <a:lumOff val="80000"/>
                </a:schemeClr>
              </a:gs>
              <a:gs pos="63000">
                <a:schemeClr val="accent2">
                  <a:lumMod val="60000"/>
                  <a:lumOff val="4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a:latin typeface="+mj-ea"/>
              <a:ea typeface="+mj-ea"/>
              <a:sym typeface="+mn-ea"/>
            </a:endParaRPr>
          </a:p>
        </p:txBody>
      </p:sp>
      <p:sp>
        <p:nvSpPr>
          <p:cNvPr id="6" name="任意多边形 34"/>
          <p:cNvSpPr/>
          <p:nvPr userDrawn="1">
            <p:custDataLst>
              <p:tags r:id="rId5"/>
            </p:custDataLst>
          </p:nvPr>
        </p:nvSpPr>
        <p:spPr>
          <a:xfrm>
            <a:off x="0" y="5786120"/>
            <a:ext cx="12192000" cy="1071880"/>
          </a:xfrm>
          <a:custGeom>
            <a:avLst/>
            <a:gdLst/>
            <a:ahLst/>
            <a:cxnLst>
              <a:cxn ang="3">
                <a:pos x="hc" y="t"/>
              </a:cxn>
              <a:cxn ang="cd2">
                <a:pos x="l" y="vc"/>
              </a:cxn>
              <a:cxn ang="cd4">
                <a:pos x="hc" y="b"/>
              </a:cxn>
              <a:cxn ang="0">
                <a:pos x="r" y="vc"/>
              </a:cxn>
            </a:cxnLst>
            <a:rect l="l" t="t" r="r" b="b"/>
            <a:pathLst>
              <a:path w="19200" h="1688">
                <a:moveTo>
                  <a:pt x="19200" y="103"/>
                </a:moveTo>
                <a:lnTo>
                  <a:pt x="19200" y="1688"/>
                </a:lnTo>
                <a:lnTo>
                  <a:pt x="0" y="1688"/>
                </a:lnTo>
                <a:lnTo>
                  <a:pt x="0" y="109"/>
                </a:lnTo>
                <a:lnTo>
                  <a:pt x="215" y="77"/>
                </a:lnTo>
                <a:lnTo>
                  <a:pt x="438" y="50"/>
                </a:lnTo>
                <a:lnTo>
                  <a:pt x="662" y="28"/>
                </a:lnTo>
                <a:lnTo>
                  <a:pt x="885" y="13"/>
                </a:lnTo>
                <a:lnTo>
                  <a:pt x="1108" y="4"/>
                </a:lnTo>
                <a:lnTo>
                  <a:pt x="1331" y="0"/>
                </a:lnTo>
                <a:lnTo>
                  <a:pt x="1554" y="1"/>
                </a:lnTo>
                <a:lnTo>
                  <a:pt x="1777" y="6"/>
                </a:lnTo>
                <a:lnTo>
                  <a:pt x="2001" y="17"/>
                </a:lnTo>
                <a:lnTo>
                  <a:pt x="2224" y="31"/>
                </a:lnTo>
                <a:lnTo>
                  <a:pt x="2447" y="50"/>
                </a:lnTo>
                <a:lnTo>
                  <a:pt x="2670" y="72"/>
                </a:lnTo>
                <a:lnTo>
                  <a:pt x="2893" y="97"/>
                </a:lnTo>
                <a:lnTo>
                  <a:pt x="3116" y="126"/>
                </a:lnTo>
                <a:lnTo>
                  <a:pt x="3339" y="157"/>
                </a:lnTo>
                <a:lnTo>
                  <a:pt x="3563" y="191"/>
                </a:lnTo>
                <a:lnTo>
                  <a:pt x="3786" y="227"/>
                </a:lnTo>
                <a:lnTo>
                  <a:pt x="4009" y="265"/>
                </a:lnTo>
                <a:lnTo>
                  <a:pt x="4232" y="306"/>
                </a:lnTo>
                <a:lnTo>
                  <a:pt x="4455" y="348"/>
                </a:lnTo>
                <a:lnTo>
                  <a:pt x="4678" y="390"/>
                </a:lnTo>
                <a:lnTo>
                  <a:pt x="4902" y="434"/>
                </a:lnTo>
                <a:lnTo>
                  <a:pt x="5125" y="478"/>
                </a:lnTo>
                <a:lnTo>
                  <a:pt x="5348" y="524"/>
                </a:lnTo>
                <a:lnTo>
                  <a:pt x="5571" y="569"/>
                </a:lnTo>
                <a:lnTo>
                  <a:pt x="5794" y="613"/>
                </a:lnTo>
                <a:lnTo>
                  <a:pt x="6017" y="658"/>
                </a:lnTo>
                <a:lnTo>
                  <a:pt x="6241" y="702"/>
                </a:lnTo>
                <a:lnTo>
                  <a:pt x="6464" y="745"/>
                </a:lnTo>
                <a:lnTo>
                  <a:pt x="6687" y="786"/>
                </a:lnTo>
                <a:lnTo>
                  <a:pt x="6910" y="827"/>
                </a:lnTo>
                <a:lnTo>
                  <a:pt x="7133" y="865"/>
                </a:lnTo>
                <a:lnTo>
                  <a:pt x="7356" y="901"/>
                </a:lnTo>
                <a:lnTo>
                  <a:pt x="7580" y="936"/>
                </a:lnTo>
                <a:lnTo>
                  <a:pt x="7803" y="967"/>
                </a:lnTo>
                <a:lnTo>
                  <a:pt x="8026" y="995"/>
                </a:lnTo>
                <a:lnTo>
                  <a:pt x="8249" y="1021"/>
                </a:lnTo>
                <a:lnTo>
                  <a:pt x="8472" y="1043"/>
                </a:lnTo>
                <a:lnTo>
                  <a:pt x="8695" y="1061"/>
                </a:lnTo>
                <a:lnTo>
                  <a:pt x="8918" y="1075"/>
                </a:lnTo>
                <a:lnTo>
                  <a:pt x="9142" y="1086"/>
                </a:lnTo>
                <a:lnTo>
                  <a:pt x="9365" y="1092"/>
                </a:lnTo>
                <a:lnTo>
                  <a:pt x="9588" y="1092"/>
                </a:lnTo>
                <a:lnTo>
                  <a:pt x="9619" y="1092"/>
                </a:lnTo>
                <a:lnTo>
                  <a:pt x="9651" y="1092"/>
                </a:lnTo>
                <a:lnTo>
                  <a:pt x="9874" y="1092"/>
                </a:lnTo>
                <a:lnTo>
                  <a:pt x="10097" y="1086"/>
                </a:lnTo>
                <a:lnTo>
                  <a:pt x="10321" y="1075"/>
                </a:lnTo>
                <a:lnTo>
                  <a:pt x="10544" y="1061"/>
                </a:lnTo>
                <a:lnTo>
                  <a:pt x="10767" y="1043"/>
                </a:lnTo>
                <a:lnTo>
                  <a:pt x="10990" y="1021"/>
                </a:lnTo>
                <a:lnTo>
                  <a:pt x="11213" y="995"/>
                </a:lnTo>
                <a:lnTo>
                  <a:pt x="11436" y="967"/>
                </a:lnTo>
                <a:lnTo>
                  <a:pt x="11659" y="936"/>
                </a:lnTo>
                <a:lnTo>
                  <a:pt x="11883" y="901"/>
                </a:lnTo>
                <a:lnTo>
                  <a:pt x="12106" y="865"/>
                </a:lnTo>
                <a:lnTo>
                  <a:pt x="12329" y="827"/>
                </a:lnTo>
                <a:lnTo>
                  <a:pt x="12552" y="786"/>
                </a:lnTo>
                <a:lnTo>
                  <a:pt x="12775" y="745"/>
                </a:lnTo>
                <a:lnTo>
                  <a:pt x="12998" y="702"/>
                </a:lnTo>
                <a:lnTo>
                  <a:pt x="13222" y="658"/>
                </a:lnTo>
                <a:lnTo>
                  <a:pt x="13445" y="613"/>
                </a:lnTo>
                <a:lnTo>
                  <a:pt x="13668" y="569"/>
                </a:lnTo>
                <a:lnTo>
                  <a:pt x="13891" y="524"/>
                </a:lnTo>
                <a:lnTo>
                  <a:pt x="14114" y="478"/>
                </a:lnTo>
                <a:lnTo>
                  <a:pt x="14337" y="434"/>
                </a:lnTo>
                <a:lnTo>
                  <a:pt x="14561" y="390"/>
                </a:lnTo>
                <a:lnTo>
                  <a:pt x="14784" y="348"/>
                </a:lnTo>
                <a:lnTo>
                  <a:pt x="15007" y="306"/>
                </a:lnTo>
                <a:lnTo>
                  <a:pt x="15230" y="265"/>
                </a:lnTo>
                <a:lnTo>
                  <a:pt x="15453" y="227"/>
                </a:lnTo>
                <a:lnTo>
                  <a:pt x="15676" y="191"/>
                </a:lnTo>
                <a:lnTo>
                  <a:pt x="15900" y="157"/>
                </a:lnTo>
                <a:lnTo>
                  <a:pt x="16123" y="126"/>
                </a:lnTo>
                <a:lnTo>
                  <a:pt x="16346" y="97"/>
                </a:lnTo>
                <a:lnTo>
                  <a:pt x="16569" y="72"/>
                </a:lnTo>
                <a:lnTo>
                  <a:pt x="16792" y="50"/>
                </a:lnTo>
                <a:lnTo>
                  <a:pt x="17015" y="31"/>
                </a:lnTo>
                <a:lnTo>
                  <a:pt x="17238" y="17"/>
                </a:lnTo>
                <a:lnTo>
                  <a:pt x="17462" y="6"/>
                </a:lnTo>
                <a:lnTo>
                  <a:pt x="17685" y="1"/>
                </a:lnTo>
                <a:lnTo>
                  <a:pt x="17908" y="0"/>
                </a:lnTo>
                <a:lnTo>
                  <a:pt x="18131" y="4"/>
                </a:lnTo>
                <a:lnTo>
                  <a:pt x="18354" y="13"/>
                </a:lnTo>
                <a:lnTo>
                  <a:pt x="18577" y="28"/>
                </a:lnTo>
                <a:lnTo>
                  <a:pt x="18801" y="50"/>
                </a:lnTo>
                <a:lnTo>
                  <a:pt x="19024" y="77"/>
                </a:lnTo>
                <a:lnTo>
                  <a:pt x="19200" y="103"/>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mj-ea"/>
              <a:ea typeface="+mj-ea"/>
            </a:endParaRPr>
          </a:p>
        </p:txBody>
      </p:sp>
      <p:cxnSp>
        <p:nvCxnSpPr>
          <p:cNvPr id="10" name="直接连接符 9"/>
          <p:cNvCxnSpPr/>
          <p:nvPr userDrawn="1">
            <p:custDataLst>
              <p:tags r:id="rId6"/>
            </p:custDataLst>
          </p:nvPr>
        </p:nvCxnSpPr>
        <p:spPr>
          <a:xfrm>
            <a:off x="11106785" y="693737"/>
            <a:ext cx="235520" cy="0"/>
          </a:xfrm>
          <a:prstGeom prst="line">
            <a:avLst/>
          </a:prstGeom>
          <a:ln w="3175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userDrawn="1">
            <p:custDataLst>
              <p:tags r:id="rId7"/>
            </p:custDataLst>
          </p:nvPr>
        </p:nvCxnSpPr>
        <p:spPr>
          <a:xfrm>
            <a:off x="11106785" y="754697"/>
            <a:ext cx="235520" cy="0"/>
          </a:xfrm>
          <a:prstGeom prst="line">
            <a:avLst/>
          </a:prstGeom>
          <a:ln w="3175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userDrawn="1">
            <p:custDataLst>
              <p:tags r:id="rId8"/>
            </p:custDataLst>
          </p:nvPr>
        </p:nvCxnSpPr>
        <p:spPr>
          <a:xfrm>
            <a:off x="11106785" y="815657"/>
            <a:ext cx="235520" cy="0"/>
          </a:xfrm>
          <a:prstGeom prst="line">
            <a:avLst/>
          </a:prstGeom>
          <a:ln w="31750"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hasCustomPrompt="1"/>
            <p:custDataLst>
              <p:tags r:id="rId9"/>
            </p:custDataLst>
          </p:nvPr>
        </p:nvSpPr>
        <p:spPr>
          <a:xfrm>
            <a:off x="1581647" y="2476550"/>
            <a:ext cx="2880000" cy="1081088"/>
          </a:xfrm>
        </p:spPr>
        <p:txBody>
          <a:bodyPr wrap="square" anchor="b">
            <a:normAutofit/>
          </a:bodyPr>
          <a:lstStyle>
            <a:lvl1pPr algn="ctr">
              <a:defRPr lang="zh-CN" altLang="en-US" sz="5400" b="1" kern="1200" dirty="0">
                <a:solidFill>
                  <a:schemeClr val="tx2"/>
                </a:solidFill>
                <a:effectLst>
                  <a:outerShdw blurRad="127000" dist="63500" dir="2700000" algn="tl" rotWithShape="0">
                    <a:schemeClr val="tx2">
                      <a:alpha val="20000"/>
                    </a:schemeClr>
                  </a:outerShdw>
                </a:effectLst>
                <a:latin typeface="+mj-ea"/>
                <a:ea typeface="+mj-ea"/>
                <a:cs typeface="+mn-cs"/>
              </a:defRPr>
            </a:lvl1pPr>
          </a:lstStyle>
          <a:p>
            <a:r>
              <a:rPr lang="zh-CN" altLang="en-US" dirty="0"/>
              <a:t>标题</a:t>
            </a:r>
            <a:endParaRPr lang="zh-CN" altLang="en-US" dirty="0"/>
          </a:p>
        </p:txBody>
      </p:sp>
      <p:sp>
        <p:nvSpPr>
          <p:cNvPr id="7" name="日期占位符 3"/>
          <p:cNvSpPr>
            <a:spLocks noGrp="1"/>
          </p:cNvSpPr>
          <p:nvPr>
            <p:ph type="dt" sz="half" idx="10"/>
            <p:custDataLst>
              <p:tags r:id="rId10"/>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11"/>
            </p:custDataLst>
          </p:nvPr>
        </p:nvSpPr>
        <p:spPr/>
        <p:txBody>
          <a:bodyPr/>
          <a:lstStyle/>
          <a:p>
            <a:endParaRPr lang="zh-CN" altLang="en-US"/>
          </a:p>
        </p:txBody>
      </p:sp>
      <p:sp>
        <p:nvSpPr>
          <p:cNvPr id="9" name="灯片编号占位符 5"/>
          <p:cNvSpPr>
            <a:spLocks noGrp="1"/>
          </p:cNvSpPr>
          <p:nvPr>
            <p:ph type="sldNum" sz="quarter" idx="12"/>
            <p:custDataLst>
              <p:tags r:id="rId12"/>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1" y="1"/>
            <a:ext cx="12192000" cy="6858000"/>
          </a:xfrm>
          <a:prstGeom prst="rect">
            <a:avLst/>
          </a:prstGeom>
          <a:gradFill>
            <a:gsLst>
              <a:gs pos="0">
                <a:schemeClr val="bg1"/>
              </a:gs>
              <a:gs pos="81000">
                <a:schemeClr val="bg2"/>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userDrawn="1">
            <p:custDataLst>
              <p:tags r:id="rId3"/>
            </p:custDataLst>
          </p:nvPr>
        </p:nvSpPr>
        <p:spPr>
          <a:xfrm>
            <a:off x="3244215" y="852805"/>
            <a:ext cx="5703570" cy="5703570"/>
          </a:xfrm>
          <a:prstGeom prst="ellipse">
            <a:avLst/>
          </a:prstGeom>
          <a:gradFill>
            <a:gsLst>
              <a:gs pos="30000">
                <a:schemeClr val="accent1">
                  <a:lumMod val="20000"/>
                  <a:lumOff val="80000"/>
                  <a:alpha val="0"/>
                </a:schemeClr>
              </a:gs>
              <a:gs pos="0">
                <a:schemeClr val="accent1">
                  <a:lumMod val="20000"/>
                  <a:lumOff val="8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0" name="任意多边形 36"/>
          <p:cNvSpPr/>
          <p:nvPr userDrawn="1">
            <p:custDataLst>
              <p:tags r:id="rId4"/>
            </p:custDataLst>
          </p:nvPr>
        </p:nvSpPr>
        <p:spPr>
          <a:xfrm>
            <a:off x="0" y="5432425"/>
            <a:ext cx="12192000" cy="864870"/>
          </a:xfrm>
          <a:custGeom>
            <a:avLst/>
            <a:gdLst/>
            <a:ahLst/>
            <a:cxnLst>
              <a:cxn ang="3">
                <a:pos x="hc" y="t"/>
              </a:cxn>
              <a:cxn ang="cd2">
                <a:pos x="l" y="vc"/>
              </a:cxn>
              <a:cxn ang="cd4">
                <a:pos x="hc" y="b"/>
              </a:cxn>
              <a:cxn ang="0">
                <a:pos x="r" y="vc"/>
              </a:cxn>
            </a:cxnLst>
            <a:rect l="l" t="t" r="r" b="b"/>
            <a:pathLst>
              <a:path w="19200" h="2033">
                <a:moveTo>
                  <a:pt x="19200" y="145"/>
                </a:moveTo>
                <a:lnTo>
                  <a:pt x="19200" y="2033"/>
                </a:lnTo>
                <a:lnTo>
                  <a:pt x="0" y="2033"/>
                </a:lnTo>
                <a:lnTo>
                  <a:pt x="0" y="153"/>
                </a:lnTo>
                <a:lnTo>
                  <a:pt x="215" y="108"/>
                </a:lnTo>
                <a:lnTo>
                  <a:pt x="438" y="70"/>
                </a:lnTo>
                <a:lnTo>
                  <a:pt x="662" y="40"/>
                </a:lnTo>
                <a:lnTo>
                  <a:pt x="885" y="19"/>
                </a:lnTo>
                <a:lnTo>
                  <a:pt x="1108" y="6"/>
                </a:lnTo>
                <a:lnTo>
                  <a:pt x="1331" y="0"/>
                </a:lnTo>
                <a:lnTo>
                  <a:pt x="1554" y="1"/>
                </a:lnTo>
                <a:lnTo>
                  <a:pt x="1777" y="9"/>
                </a:lnTo>
                <a:lnTo>
                  <a:pt x="2001" y="24"/>
                </a:lnTo>
                <a:lnTo>
                  <a:pt x="2224" y="44"/>
                </a:lnTo>
                <a:lnTo>
                  <a:pt x="2447" y="70"/>
                </a:lnTo>
                <a:lnTo>
                  <a:pt x="2670" y="101"/>
                </a:lnTo>
                <a:lnTo>
                  <a:pt x="2893" y="137"/>
                </a:lnTo>
                <a:lnTo>
                  <a:pt x="3116" y="177"/>
                </a:lnTo>
                <a:lnTo>
                  <a:pt x="3339" y="221"/>
                </a:lnTo>
                <a:lnTo>
                  <a:pt x="3563" y="269"/>
                </a:lnTo>
                <a:lnTo>
                  <a:pt x="3786" y="320"/>
                </a:lnTo>
                <a:lnTo>
                  <a:pt x="4009" y="374"/>
                </a:lnTo>
                <a:lnTo>
                  <a:pt x="4232" y="431"/>
                </a:lnTo>
                <a:lnTo>
                  <a:pt x="4455" y="490"/>
                </a:lnTo>
                <a:lnTo>
                  <a:pt x="4678" y="550"/>
                </a:lnTo>
                <a:lnTo>
                  <a:pt x="4902" y="612"/>
                </a:lnTo>
                <a:lnTo>
                  <a:pt x="5125" y="674"/>
                </a:lnTo>
                <a:lnTo>
                  <a:pt x="5348" y="738"/>
                </a:lnTo>
                <a:lnTo>
                  <a:pt x="5571" y="801"/>
                </a:lnTo>
                <a:lnTo>
                  <a:pt x="5794" y="864"/>
                </a:lnTo>
                <a:lnTo>
                  <a:pt x="6017" y="927"/>
                </a:lnTo>
                <a:lnTo>
                  <a:pt x="6241" y="989"/>
                </a:lnTo>
                <a:lnTo>
                  <a:pt x="6464" y="1049"/>
                </a:lnTo>
                <a:lnTo>
                  <a:pt x="6687" y="1108"/>
                </a:lnTo>
                <a:lnTo>
                  <a:pt x="6910" y="1165"/>
                </a:lnTo>
                <a:lnTo>
                  <a:pt x="7133" y="1219"/>
                </a:lnTo>
                <a:lnTo>
                  <a:pt x="7356" y="1270"/>
                </a:lnTo>
                <a:lnTo>
                  <a:pt x="7580" y="1318"/>
                </a:lnTo>
                <a:lnTo>
                  <a:pt x="7803" y="1362"/>
                </a:lnTo>
                <a:lnTo>
                  <a:pt x="8026" y="1402"/>
                </a:lnTo>
                <a:lnTo>
                  <a:pt x="8249" y="1438"/>
                </a:lnTo>
                <a:lnTo>
                  <a:pt x="8472" y="1469"/>
                </a:lnTo>
                <a:lnTo>
                  <a:pt x="8695" y="1495"/>
                </a:lnTo>
                <a:lnTo>
                  <a:pt x="8918" y="1515"/>
                </a:lnTo>
                <a:lnTo>
                  <a:pt x="9142" y="1530"/>
                </a:lnTo>
                <a:lnTo>
                  <a:pt x="9365" y="1538"/>
                </a:lnTo>
                <a:lnTo>
                  <a:pt x="9588" y="1539"/>
                </a:lnTo>
                <a:lnTo>
                  <a:pt x="9619" y="1538"/>
                </a:lnTo>
                <a:lnTo>
                  <a:pt x="9651" y="1539"/>
                </a:lnTo>
                <a:lnTo>
                  <a:pt x="9874" y="1538"/>
                </a:lnTo>
                <a:lnTo>
                  <a:pt x="10097" y="1530"/>
                </a:lnTo>
                <a:lnTo>
                  <a:pt x="10321" y="1515"/>
                </a:lnTo>
                <a:lnTo>
                  <a:pt x="10544" y="1495"/>
                </a:lnTo>
                <a:lnTo>
                  <a:pt x="10767" y="1469"/>
                </a:lnTo>
                <a:lnTo>
                  <a:pt x="10990" y="1438"/>
                </a:lnTo>
                <a:lnTo>
                  <a:pt x="11213" y="1402"/>
                </a:lnTo>
                <a:lnTo>
                  <a:pt x="11436" y="1362"/>
                </a:lnTo>
                <a:lnTo>
                  <a:pt x="11659" y="1318"/>
                </a:lnTo>
                <a:lnTo>
                  <a:pt x="11883" y="1270"/>
                </a:lnTo>
                <a:lnTo>
                  <a:pt x="12106" y="1219"/>
                </a:lnTo>
                <a:lnTo>
                  <a:pt x="12329" y="1165"/>
                </a:lnTo>
                <a:lnTo>
                  <a:pt x="12552" y="1108"/>
                </a:lnTo>
                <a:lnTo>
                  <a:pt x="12775" y="1049"/>
                </a:lnTo>
                <a:lnTo>
                  <a:pt x="12998" y="989"/>
                </a:lnTo>
                <a:lnTo>
                  <a:pt x="13222" y="927"/>
                </a:lnTo>
                <a:lnTo>
                  <a:pt x="13445" y="864"/>
                </a:lnTo>
                <a:lnTo>
                  <a:pt x="13668" y="801"/>
                </a:lnTo>
                <a:lnTo>
                  <a:pt x="13891" y="738"/>
                </a:lnTo>
                <a:lnTo>
                  <a:pt x="14114" y="674"/>
                </a:lnTo>
                <a:lnTo>
                  <a:pt x="14337" y="612"/>
                </a:lnTo>
                <a:lnTo>
                  <a:pt x="14561" y="550"/>
                </a:lnTo>
                <a:lnTo>
                  <a:pt x="14784" y="490"/>
                </a:lnTo>
                <a:lnTo>
                  <a:pt x="15007" y="431"/>
                </a:lnTo>
                <a:lnTo>
                  <a:pt x="15230" y="374"/>
                </a:lnTo>
                <a:lnTo>
                  <a:pt x="15453" y="320"/>
                </a:lnTo>
                <a:lnTo>
                  <a:pt x="15676" y="269"/>
                </a:lnTo>
                <a:lnTo>
                  <a:pt x="15900" y="221"/>
                </a:lnTo>
                <a:lnTo>
                  <a:pt x="16123" y="177"/>
                </a:lnTo>
                <a:lnTo>
                  <a:pt x="16346" y="137"/>
                </a:lnTo>
                <a:lnTo>
                  <a:pt x="16569" y="101"/>
                </a:lnTo>
                <a:lnTo>
                  <a:pt x="16792" y="70"/>
                </a:lnTo>
                <a:lnTo>
                  <a:pt x="17015" y="44"/>
                </a:lnTo>
                <a:lnTo>
                  <a:pt x="17238" y="24"/>
                </a:lnTo>
                <a:lnTo>
                  <a:pt x="17462" y="9"/>
                </a:lnTo>
                <a:lnTo>
                  <a:pt x="17685" y="1"/>
                </a:lnTo>
                <a:lnTo>
                  <a:pt x="17908" y="0"/>
                </a:lnTo>
                <a:lnTo>
                  <a:pt x="18131" y="6"/>
                </a:lnTo>
                <a:lnTo>
                  <a:pt x="18354" y="19"/>
                </a:lnTo>
                <a:lnTo>
                  <a:pt x="18577" y="40"/>
                </a:lnTo>
                <a:lnTo>
                  <a:pt x="18801" y="70"/>
                </a:lnTo>
                <a:lnTo>
                  <a:pt x="19024" y="108"/>
                </a:lnTo>
                <a:lnTo>
                  <a:pt x="19200" y="145"/>
                </a:lnTo>
                <a:close/>
              </a:path>
            </a:pathLst>
          </a:custGeom>
          <a:gradFill>
            <a:gsLst>
              <a:gs pos="0">
                <a:schemeClr val="accent2"/>
              </a:gs>
              <a:gs pos="99000">
                <a:schemeClr val="accent2">
                  <a:lumMod val="20000"/>
                  <a:lumOff val="80000"/>
                </a:schemeClr>
              </a:gs>
              <a:gs pos="58000">
                <a:schemeClr val="accent2">
                  <a:lumMod val="60000"/>
                  <a:lumOff val="4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mj-ea"/>
              <a:ea typeface="+mj-ea"/>
              <a:sym typeface="+mn-ea"/>
            </a:endParaRPr>
          </a:p>
        </p:txBody>
      </p:sp>
      <p:sp>
        <p:nvSpPr>
          <p:cNvPr id="11" name="任意多边形 57"/>
          <p:cNvSpPr/>
          <p:nvPr userDrawn="1">
            <p:custDataLst>
              <p:tags r:id="rId5"/>
            </p:custDataLst>
          </p:nvPr>
        </p:nvSpPr>
        <p:spPr>
          <a:xfrm>
            <a:off x="0" y="5594985"/>
            <a:ext cx="12192000" cy="1263015"/>
          </a:xfrm>
          <a:custGeom>
            <a:avLst/>
            <a:gdLst/>
            <a:ahLst/>
            <a:cxnLst>
              <a:cxn ang="3">
                <a:pos x="hc" y="t"/>
              </a:cxn>
              <a:cxn ang="cd2">
                <a:pos x="l" y="vc"/>
              </a:cxn>
              <a:cxn ang="cd4">
                <a:pos x="hc" y="b"/>
              </a:cxn>
              <a:cxn ang="0">
                <a:pos x="r" y="vc"/>
              </a:cxn>
            </a:cxnLst>
            <a:rect l="l" t="t" r="r" b="b"/>
            <a:pathLst>
              <a:path w="19200" h="1776">
                <a:moveTo>
                  <a:pt x="19200" y="1241"/>
                </a:moveTo>
                <a:lnTo>
                  <a:pt x="19200" y="1776"/>
                </a:lnTo>
                <a:lnTo>
                  <a:pt x="0" y="1776"/>
                </a:lnTo>
                <a:lnTo>
                  <a:pt x="0" y="92"/>
                </a:lnTo>
                <a:lnTo>
                  <a:pt x="215" y="65"/>
                </a:lnTo>
                <a:lnTo>
                  <a:pt x="438" y="42"/>
                </a:lnTo>
                <a:lnTo>
                  <a:pt x="662" y="24"/>
                </a:lnTo>
                <a:lnTo>
                  <a:pt x="885" y="11"/>
                </a:lnTo>
                <a:lnTo>
                  <a:pt x="1108" y="4"/>
                </a:lnTo>
                <a:lnTo>
                  <a:pt x="1331" y="0"/>
                </a:lnTo>
                <a:lnTo>
                  <a:pt x="1554" y="1"/>
                </a:lnTo>
                <a:lnTo>
                  <a:pt x="1777" y="5"/>
                </a:lnTo>
                <a:lnTo>
                  <a:pt x="2001" y="14"/>
                </a:lnTo>
                <a:lnTo>
                  <a:pt x="2224" y="26"/>
                </a:lnTo>
                <a:lnTo>
                  <a:pt x="2447" y="42"/>
                </a:lnTo>
                <a:lnTo>
                  <a:pt x="2670" y="60"/>
                </a:lnTo>
                <a:lnTo>
                  <a:pt x="2893" y="82"/>
                </a:lnTo>
                <a:lnTo>
                  <a:pt x="3116" y="106"/>
                </a:lnTo>
                <a:lnTo>
                  <a:pt x="3339" y="132"/>
                </a:lnTo>
                <a:lnTo>
                  <a:pt x="3563" y="161"/>
                </a:lnTo>
                <a:lnTo>
                  <a:pt x="3786" y="191"/>
                </a:lnTo>
                <a:lnTo>
                  <a:pt x="4009" y="224"/>
                </a:lnTo>
                <a:lnTo>
                  <a:pt x="4232" y="258"/>
                </a:lnTo>
                <a:lnTo>
                  <a:pt x="4455" y="293"/>
                </a:lnTo>
                <a:lnTo>
                  <a:pt x="4678" y="329"/>
                </a:lnTo>
                <a:lnTo>
                  <a:pt x="4902" y="366"/>
                </a:lnTo>
                <a:lnTo>
                  <a:pt x="5125" y="403"/>
                </a:lnTo>
                <a:lnTo>
                  <a:pt x="5348" y="442"/>
                </a:lnTo>
                <a:lnTo>
                  <a:pt x="5571" y="479"/>
                </a:lnTo>
                <a:lnTo>
                  <a:pt x="5794" y="517"/>
                </a:lnTo>
                <a:lnTo>
                  <a:pt x="6017" y="555"/>
                </a:lnTo>
                <a:lnTo>
                  <a:pt x="6241" y="592"/>
                </a:lnTo>
                <a:lnTo>
                  <a:pt x="6464" y="628"/>
                </a:lnTo>
                <a:lnTo>
                  <a:pt x="6687" y="663"/>
                </a:lnTo>
                <a:lnTo>
                  <a:pt x="6910" y="697"/>
                </a:lnTo>
                <a:lnTo>
                  <a:pt x="7133" y="729"/>
                </a:lnTo>
                <a:lnTo>
                  <a:pt x="7356" y="760"/>
                </a:lnTo>
                <a:lnTo>
                  <a:pt x="7580" y="789"/>
                </a:lnTo>
                <a:lnTo>
                  <a:pt x="7803" y="815"/>
                </a:lnTo>
                <a:lnTo>
                  <a:pt x="8026" y="839"/>
                </a:lnTo>
                <a:lnTo>
                  <a:pt x="8249" y="860"/>
                </a:lnTo>
                <a:lnTo>
                  <a:pt x="8472" y="879"/>
                </a:lnTo>
                <a:lnTo>
                  <a:pt x="8695" y="895"/>
                </a:lnTo>
                <a:lnTo>
                  <a:pt x="8918" y="907"/>
                </a:lnTo>
                <a:lnTo>
                  <a:pt x="9142" y="915"/>
                </a:lnTo>
                <a:lnTo>
                  <a:pt x="9365" y="920"/>
                </a:lnTo>
                <a:lnTo>
                  <a:pt x="9588" y="921"/>
                </a:lnTo>
                <a:lnTo>
                  <a:pt x="9619" y="920"/>
                </a:lnTo>
                <a:lnTo>
                  <a:pt x="9651" y="921"/>
                </a:lnTo>
                <a:lnTo>
                  <a:pt x="9874" y="920"/>
                </a:lnTo>
                <a:lnTo>
                  <a:pt x="10097" y="915"/>
                </a:lnTo>
                <a:lnTo>
                  <a:pt x="10321" y="907"/>
                </a:lnTo>
                <a:lnTo>
                  <a:pt x="10544" y="895"/>
                </a:lnTo>
                <a:lnTo>
                  <a:pt x="10767" y="879"/>
                </a:lnTo>
                <a:lnTo>
                  <a:pt x="10990" y="860"/>
                </a:lnTo>
                <a:lnTo>
                  <a:pt x="11213" y="839"/>
                </a:lnTo>
                <a:lnTo>
                  <a:pt x="11436" y="815"/>
                </a:lnTo>
                <a:lnTo>
                  <a:pt x="11659" y="789"/>
                </a:lnTo>
                <a:lnTo>
                  <a:pt x="11883" y="760"/>
                </a:lnTo>
                <a:lnTo>
                  <a:pt x="12106" y="729"/>
                </a:lnTo>
                <a:lnTo>
                  <a:pt x="12329" y="697"/>
                </a:lnTo>
                <a:lnTo>
                  <a:pt x="12552" y="663"/>
                </a:lnTo>
                <a:lnTo>
                  <a:pt x="12775" y="628"/>
                </a:lnTo>
                <a:lnTo>
                  <a:pt x="12998" y="592"/>
                </a:lnTo>
                <a:lnTo>
                  <a:pt x="13222" y="555"/>
                </a:lnTo>
                <a:lnTo>
                  <a:pt x="13445" y="517"/>
                </a:lnTo>
                <a:lnTo>
                  <a:pt x="13668" y="479"/>
                </a:lnTo>
                <a:lnTo>
                  <a:pt x="13891" y="442"/>
                </a:lnTo>
                <a:lnTo>
                  <a:pt x="14114" y="403"/>
                </a:lnTo>
                <a:lnTo>
                  <a:pt x="14337" y="366"/>
                </a:lnTo>
                <a:lnTo>
                  <a:pt x="14561" y="329"/>
                </a:lnTo>
                <a:lnTo>
                  <a:pt x="14784" y="293"/>
                </a:lnTo>
                <a:lnTo>
                  <a:pt x="15007" y="258"/>
                </a:lnTo>
                <a:lnTo>
                  <a:pt x="15230" y="224"/>
                </a:lnTo>
                <a:lnTo>
                  <a:pt x="15453" y="191"/>
                </a:lnTo>
                <a:lnTo>
                  <a:pt x="15676" y="161"/>
                </a:lnTo>
                <a:lnTo>
                  <a:pt x="15900" y="132"/>
                </a:lnTo>
                <a:lnTo>
                  <a:pt x="16123" y="106"/>
                </a:lnTo>
                <a:lnTo>
                  <a:pt x="16346" y="82"/>
                </a:lnTo>
                <a:lnTo>
                  <a:pt x="16569" y="60"/>
                </a:lnTo>
                <a:lnTo>
                  <a:pt x="16792" y="42"/>
                </a:lnTo>
                <a:lnTo>
                  <a:pt x="17015" y="26"/>
                </a:lnTo>
                <a:lnTo>
                  <a:pt x="17238" y="14"/>
                </a:lnTo>
                <a:lnTo>
                  <a:pt x="17462" y="5"/>
                </a:lnTo>
                <a:lnTo>
                  <a:pt x="17685" y="1"/>
                </a:lnTo>
                <a:lnTo>
                  <a:pt x="17908" y="0"/>
                </a:lnTo>
                <a:lnTo>
                  <a:pt x="18131" y="4"/>
                </a:lnTo>
                <a:lnTo>
                  <a:pt x="18354" y="11"/>
                </a:lnTo>
                <a:lnTo>
                  <a:pt x="18577" y="24"/>
                </a:lnTo>
                <a:lnTo>
                  <a:pt x="18801" y="42"/>
                </a:lnTo>
                <a:lnTo>
                  <a:pt x="19024" y="65"/>
                </a:lnTo>
                <a:lnTo>
                  <a:pt x="19200" y="87"/>
                </a:lnTo>
                <a:lnTo>
                  <a:pt x="19200" y="1241"/>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mj-ea"/>
              <a:ea typeface="+mj-ea"/>
            </a:endParaRPr>
          </a:p>
        </p:txBody>
      </p:sp>
      <p:sp>
        <p:nvSpPr>
          <p:cNvPr id="2" name="标题 1"/>
          <p:cNvSpPr>
            <a:spLocks noGrp="1"/>
          </p:cNvSpPr>
          <p:nvPr userDrawn="1">
            <p:ph type="title"/>
            <p:custDataLst>
              <p:tags r:id="rId6"/>
            </p:custDataLst>
          </p:nvPr>
        </p:nvSpPr>
        <p:spPr>
          <a:xfrm>
            <a:off x="1526400" y="2549360"/>
            <a:ext cx="9144000" cy="1000240"/>
          </a:xfrm>
        </p:spPr>
        <p:txBody>
          <a:bodyPr wrap="square" anchor="t" anchorCtr="0">
            <a:normAutofit/>
          </a:bodyPr>
          <a:lstStyle>
            <a:lvl1pPr algn="ctr">
              <a:defRPr lang="zh-CN" altLang="en-US" sz="5400" b="1" kern="1200" dirty="0">
                <a:solidFill>
                  <a:schemeClr val="tx2"/>
                </a:solidFill>
                <a:effectLst>
                  <a:outerShdw blurRad="127000" dist="63500" dir="2700000" algn="tl" rotWithShape="0">
                    <a:schemeClr val="tx2">
                      <a:alpha val="20000"/>
                    </a:schemeClr>
                  </a:outerShdw>
                </a:effectLst>
                <a:latin typeface="+mj-ea"/>
                <a:ea typeface="+mj-ea"/>
                <a:cs typeface="+mn-cs"/>
              </a:defRPr>
            </a:lvl1pPr>
          </a:lstStyle>
          <a:p>
            <a:r>
              <a:rPr lang="zh-CN" altLang="en-US" dirty="0"/>
              <a:t>单击此处编辑母版标题样式</a:t>
            </a:r>
            <a:endParaRPr lang="zh-CN" altLang="en-US" dirty="0"/>
          </a:p>
        </p:txBody>
      </p:sp>
      <p:sp>
        <p:nvSpPr>
          <p:cNvPr id="3" name="文本占位符 2"/>
          <p:cNvSpPr>
            <a:spLocks noGrp="1"/>
          </p:cNvSpPr>
          <p:nvPr userDrawn="1">
            <p:ph type="body" idx="1" hasCustomPrompt="1"/>
            <p:custDataLst>
              <p:tags r:id="rId7"/>
            </p:custDataLst>
          </p:nvPr>
        </p:nvSpPr>
        <p:spPr>
          <a:xfrm>
            <a:off x="3338550" y="3669968"/>
            <a:ext cx="5519700" cy="936000"/>
          </a:xfrm>
        </p:spPr>
        <p:txBody>
          <a:bodyPr wrap="square">
            <a:normAutofit/>
          </a:bodyPr>
          <a:lstStyle>
            <a:lvl1pPr marL="0" indent="0" algn="ctr">
              <a:buNone/>
              <a:defRPr lang="zh-CN" altLang="en-US" sz="1200" kern="1200" dirty="0">
                <a:solidFill>
                  <a:schemeClr val="tx1">
                    <a:lumMod val="75000"/>
                    <a:lumOff val="25000"/>
                  </a:schemeClr>
                </a:solidFill>
                <a:latin typeface="+mn-ea"/>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单击此处编辑副标题</a:t>
            </a:r>
            <a:endParaRPr lang="zh-CN" altLang="en-US" dirty="0"/>
          </a:p>
        </p:txBody>
      </p:sp>
      <p:sp>
        <p:nvSpPr>
          <p:cNvPr id="8" name="节编号 3"/>
          <p:cNvSpPr>
            <a:spLocks noGrp="1"/>
          </p:cNvSpPr>
          <p:nvPr userDrawn="1">
            <p:ph type="body" sz="quarter" idx="13" hasCustomPrompt="1"/>
            <p:custDataLst>
              <p:tags r:id="rId8"/>
            </p:custDataLst>
          </p:nvPr>
        </p:nvSpPr>
        <p:spPr>
          <a:xfrm>
            <a:off x="1524000" y="1162800"/>
            <a:ext cx="9144000" cy="1224000"/>
          </a:xfrm>
        </p:spPr>
        <p:txBody>
          <a:bodyPr wrap="none" anchor="b" anchorCtr="0">
            <a:normAutofit/>
          </a:bodyPr>
          <a:lstStyle>
            <a:lvl1pPr marL="0" indent="0" algn="ctr">
              <a:buNone/>
              <a:defRPr lang="zh-CN" altLang="en-US" sz="4800" b="1" kern="1200" dirty="0">
                <a:ln w="12700">
                  <a:solidFill>
                    <a:schemeClr val="accent1"/>
                  </a:solidFill>
                </a:ln>
                <a:solidFill>
                  <a:schemeClr val="accent1">
                    <a:lumMod val="20000"/>
                    <a:lumOff val="80000"/>
                  </a:schemeClr>
                </a:solidFill>
                <a:latin typeface="+mn-ea"/>
                <a:ea typeface="+mn-ea"/>
                <a:cs typeface="+mn-cs"/>
              </a:defRPr>
            </a:lvl1pPr>
          </a:lstStyle>
          <a:p>
            <a:pPr lvl="0"/>
            <a:r>
              <a:rPr lang="zh-CN" altLang="en-US" dirty="0"/>
              <a:t>节编号</a:t>
            </a:r>
            <a:endParaRPr lang="zh-CN" altLang="en-US" dirty="0"/>
          </a:p>
        </p:txBody>
      </p:sp>
      <p:sp>
        <p:nvSpPr>
          <p:cNvPr id="4" name="日期占位符 4"/>
          <p:cNvSpPr>
            <a:spLocks noGrp="1"/>
          </p:cNvSpPr>
          <p:nvPr userDrawn="1">
            <p:ph type="dt" sz="half" idx="10"/>
            <p:custDataLst>
              <p:tags r:id="rId9"/>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5"/>
          <p:cNvSpPr>
            <a:spLocks noGrp="1"/>
          </p:cNvSpPr>
          <p:nvPr userDrawn="1">
            <p:ph type="ftr" sz="quarter" idx="11"/>
            <p:custDataLst>
              <p:tags r:id="rId10"/>
            </p:custDataLst>
          </p:nvPr>
        </p:nvSpPr>
        <p:spPr/>
        <p:txBody>
          <a:bodyPr/>
          <a:lstStyle/>
          <a:p>
            <a:endParaRPr lang="zh-CN" altLang="en-US"/>
          </a:p>
        </p:txBody>
      </p:sp>
      <p:sp>
        <p:nvSpPr>
          <p:cNvPr id="6" name="灯片编号占位符 6"/>
          <p:cNvSpPr>
            <a:spLocks noGrp="1"/>
          </p:cNvSpPr>
          <p:nvPr userDrawn="1">
            <p:ph type="sldNum" sz="quarter" idx="12"/>
            <p:custDataLst>
              <p:tags r:id="rId11"/>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wrap="square" lIns="0" tIns="0" rIns="0" bIns="0" rtlCol="0" anchor="b">
            <a:normAutofit/>
          </a:bodyPr>
          <a:lstStyle>
            <a:lvl1pPr>
              <a:defRPr lang="zh-CN" altLang="en-US" dirty="0"/>
            </a:lvl1pPr>
          </a:lstStyle>
          <a:p>
            <a:pPr lvl="0"/>
            <a:r>
              <a:rPr lang="zh-CN" altLang="en-US" dirty="0"/>
              <a:t>单击此处编辑母版标题样式</a:t>
            </a:r>
            <a:endParaRPr lang="zh-CN" altLang="en-US" dirty="0"/>
          </a:p>
        </p:txBody>
      </p:sp>
      <p:sp>
        <p:nvSpPr>
          <p:cNvPr id="3" name="内容占位符 2"/>
          <p:cNvSpPr>
            <a:spLocks noGrp="1"/>
          </p:cNvSpPr>
          <p:nvPr>
            <p:ph sz="half" idx="1"/>
            <p:custDataLst>
              <p:tags r:id="rId3"/>
            </p:custDataLst>
          </p:nvPr>
        </p:nvSpPr>
        <p:spPr>
          <a:xfrm>
            <a:off x="69596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内容占位符 3"/>
          <p:cNvSpPr>
            <a:spLocks noGrp="1"/>
          </p:cNvSpPr>
          <p:nvPr>
            <p:ph sz="half" idx="2"/>
            <p:custDataLst>
              <p:tags r:id="rId4"/>
            </p:custDataLst>
          </p:nvPr>
        </p:nvSpPr>
        <p:spPr>
          <a:xfrm>
            <a:off x="617220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日期占位符 4"/>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596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单击此处编辑母版标题样式</a:t>
            </a:r>
            <a:endParaRPr lang="zh-CN" altLang="en-US" dirty="0"/>
          </a:p>
        </p:txBody>
      </p:sp>
      <p:sp>
        <p:nvSpPr>
          <p:cNvPr id="4" name="内容占位符 3"/>
          <p:cNvSpPr>
            <a:spLocks noGrp="1"/>
          </p:cNvSpPr>
          <p:nvPr>
            <p:ph sz="half" idx="2"/>
            <p:custDataLst>
              <p:tags r:id="rId3"/>
            </p:custDataLst>
          </p:nvPr>
        </p:nvSpPr>
        <p:spPr>
          <a:xfrm>
            <a:off x="695960" y="1875099"/>
            <a:ext cx="5323840" cy="4300276"/>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文本占位符 4"/>
          <p:cNvSpPr>
            <a:spLocks noGrp="1"/>
          </p:cNvSpPr>
          <p:nvPr>
            <p:ph type="body" sz="quarter" idx="3" hasCustomPrompt="1"/>
            <p:custDataLst>
              <p:tags r:id="rId4"/>
            </p:custDataLst>
          </p:nvPr>
        </p:nvSpPr>
        <p:spPr>
          <a:xfrm>
            <a:off x="617220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单击此处编辑母版标题样式</a:t>
            </a:r>
            <a:endParaRPr lang="zh-CN" altLang="en-US" dirty="0"/>
          </a:p>
        </p:txBody>
      </p:sp>
      <p:sp>
        <p:nvSpPr>
          <p:cNvPr id="6" name="内容占位符 5"/>
          <p:cNvSpPr>
            <a:spLocks noGrp="1"/>
          </p:cNvSpPr>
          <p:nvPr>
            <p:ph sz="quarter" idx="4"/>
            <p:custDataLst>
              <p:tags r:id="rId5"/>
            </p:custDataLst>
          </p:nvPr>
        </p:nvSpPr>
        <p:spPr>
          <a:xfrm>
            <a:off x="6172200" y="1875099"/>
            <a:ext cx="5323840" cy="4300276"/>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7" name="日期占位符 6"/>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wrap="square">
            <a:normAutofit/>
          </a:bodyPr>
          <a:lstStyle/>
          <a:p>
            <a:fld id="{BE5F26B5-172A-4DC2-B0B7-181CFC56B87C}" type="slidenum">
              <a:rPr lang="zh-CN" altLang="en-US" smtClean="0"/>
            </a:fld>
            <a:endParaRPr lang="zh-CN" altLang="en-US"/>
          </a:p>
        </p:txBody>
      </p:sp>
      <p:sp>
        <p:nvSpPr>
          <p:cNvPr id="10" name="标题 9"/>
          <p:cNvSpPr>
            <a:spLocks noGrp="1"/>
          </p:cNvSpPr>
          <p:nvPr>
            <p:ph type="title"/>
            <p:custDataLst>
              <p:tags r:id="rId9"/>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dirty="0"/>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1"/>
          <p:cNvSpPr>
            <a:spLocks noGrp="1"/>
          </p:cNvSpPr>
          <p:nvPr>
            <p:ph idx="1"/>
            <p:custDataLst>
              <p:tags r:id="rId2"/>
            </p:custDataLst>
          </p:nvPr>
        </p:nvSpPr>
        <p:spPr>
          <a:xfrm>
            <a:off x="695960" y="360045"/>
            <a:ext cx="10801985" cy="581787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3"/>
          <p:cNvSpPr>
            <a:spLocks noGrp="1"/>
          </p:cNvSpPr>
          <p:nvPr>
            <p:ph type="ftr" sz="quarter" idx="11"/>
            <p:custDataLst>
              <p:tags r:id="rId4"/>
            </p:custDataLst>
          </p:nvPr>
        </p:nvSpPr>
        <p:spPr/>
        <p:txBody>
          <a:bodyPr/>
          <a:lstStyle/>
          <a:p>
            <a:endParaRPr lang="zh-CN" altLang="en-US"/>
          </a:p>
        </p:txBody>
      </p:sp>
      <p:sp>
        <p:nvSpPr>
          <p:cNvPr id="6"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5960" y="1301750"/>
            <a:ext cx="10799088" cy="405553"/>
          </a:xfrm>
        </p:spPr>
        <p:txBody>
          <a:bodyPr wrap="square" anchor="t">
            <a:norm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dirty="0"/>
              <a:t>单击此处编辑副标题</a:t>
            </a:r>
            <a:endParaRPr lang="zh-CN" altLang="en-US" dirty="0"/>
          </a:p>
        </p:txBody>
      </p:sp>
      <p:sp>
        <p:nvSpPr>
          <p:cNvPr id="7"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4"/>
            </p:custDataLst>
          </p:nvPr>
        </p:nvSpPr>
        <p:spPr/>
        <p:txBody>
          <a:bodyPr/>
          <a:lstStyle/>
          <a:p>
            <a:endParaRPr lang="zh-CN" altLang="en-US"/>
          </a:p>
        </p:txBody>
      </p:sp>
      <p:sp>
        <p:nvSpPr>
          <p:cNvPr id="9"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
        <p:nvSpPr>
          <p:cNvPr id="4" name="标题 3"/>
          <p:cNvSpPr>
            <a:spLocks noGrp="1"/>
          </p:cNvSpPr>
          <p:nvPr>
            <p:ph type="title"/>
            <p:custDataLst>
              <p:tags r:id="rId6"/>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1" y="1"/>
            <a:ext cx="12192000" cy="6858000"/>
          </a:xfrm>
          <a:prstGeom prst="rect">
            <a:avLst/>
          </a:prstGeom>
          <a:gradFill>
            <a:gsLst>
              <a:gs pos="0">
                <a:schemeClr val="bg1"/>
              </a:gs>
              <a:gs pos="81000">
                <a:schemeClr val="bg2"/>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userDrawn="1">
            <p:custDataLst>
              <p:tags r:id="rId3"/>
            </p:custDataLst>
          </p:nvPr>
        </p:nvSpPr>
        <p:spPr>
          <a:xfrm>
            <a:off x="3244215" y="878205"/>
            <a:ext cx="5703570" cy="5703570"/>
          </a:xfrm>
          <a:prstGeom prst="ellipse">
            <a:avLst/>
          </a:prstGeom>
          <a:gradFill>
            <a:gsLst>
              <a:gs pos="30000">
                <a:schemeClr val="accent1">
                  <a:lumMod val="20000"/>
                  <a:lumOff val="80000"/>
                  <a:alpha val="0"/>
                </a:schemeClr>
              </a:gs>
              <a:gs pos="0">
                <a:schemeClr val="accent1">
                  <a:lumMod val="20000"/>
                  <a:lumOff val="8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cxnSp>
        <p:nvCxnSpPr>
          <p:cNvPr id="11" name="直接连接符 10"/>
          <p:cNvCxnSpPr/>
          <p:nvPr>
            <p:custDataLst>
              <p:tags r:id="rId4"/>
            </p:custDataLst>
          </p:nvPr>
        </p:nvCxnSpPr>
        <p:spPr>
          <a:xfrm>
            <a:off x="11106785" y="693737"/>
            <a:ext cx="235520" cy="0"/>
          </a:xfrm>
          <a:prstGeom prst="line">
            <a:avLst/>
          </a:prstGeom>
          <a:ln w="3175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5"/>
            </p:custDataLst>
          </p:nvPr>
        </p:nvCxnSpPr>
        <p:spPr>
          <a:xfrm>
            <a:off x="11106785" y="754697"/>
            <a:ext cx="235520" cy="0"/>
          </a:xfrm>
          <a:prstGeom prst="line">
            <a:avLst/>
          </a:prstGeom>
          <a:ln w="3175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6"/>
            </p:custDataLst>
          </p:nvPr>
        </p:nvCxnSpPr>
        <p:spPr>
          <a:xfrm>
            <a:off x="11106785" y="815657"/>
            <a:ext cx="235520" cy="0"/>
          </a:xfrm>
          <a:prstGeom prst="line">
            <a:avLst/>
          </a:prstGeom>
          <a:ln w="31750"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15" name="任意多边形 36"/>
          <p:cNvSpPr/>
          <p:nvPr userDrawn="1">
            <p:custDataLst>
              <p:tags r:id="rId7"/>
            </p:custDataLst>
          </p:nvPr>
        </p:nvSpPr>
        <p:spPr>
          <a:xfrm>
            <a:off x="0" y="5432425"/>
            <a:ext cx="12192000" cy="864870"/>
          </a:xfrm>
          <a:custGeom>
            <a:avLst/>
            <a:gdLst/>
            <a:ahLst/>
            <a:cxnLst>
              <a:cxn ang="3">
                <a:pos x="hc" y="t"/>
              </a:cxn>
              <a:cxn ang="cd2">
                <a:pos x="l" y="vc"/>
              </a:cxn>
              <a:cxn ang="cd4">
                <a:pos x="hc" y="b"/>
              </a:cxn>
              <a:cxn ang="0">
                <a:pos x="r" y="vc"/>
              </a:cxn>
            </a:cxnLst>
            <a:rect l="l" t="t" r="r" b="b"/>
            <a:pathLst>
              <a:path w="19200" h="2033">
                <a:moveTo>
                  <a:pt x="19200" y="145"/>
                </a:moveTo>
                <a:lnTo>
                  <a:pt x="19200" y="2033"/>
                </a:lnTo>
                <a:lnTo>
                  <a:pt x="0" y="2033"/>
                </a:lnTo>
                <a:lnTo>
                  <a:pt x="0" y="153"/>
                </a:lnTo>
                <a:lnTo>
                  <a:pt x="215" y="108"/>
                </a:lnTo>
                <a:lnTo>
                  <a:pt x="438" y="70"/>
                </a:lnTo>
                <a:lnTo>
                  <a:pt x="662" y="40"/>
                </a:lnTo>
                <a:lnTo>
                  <a:pt x="885" y="19"/>
                </a:lnTo>
                <a:lnTo>
                  <a:pt x="1108" y="6"/>
                </a:lnTo>
                <a:lnTo>
                  <a:pt x="1331" y="0"/>
                </a:lnTo>
                <a:lnTo>
                  <a:pt x="1554" y="1"/>
                </a:lnTo>
                <a:lnTo>
                  <a:pt x="1777" y="9"/>
                </a:lnTo>
                <a:lnTo>
                  <a:pt x="2001" y="24"/>
                </a:lnTo>
                <a:lnTo>
                  <a:pt x="2224" y="44"/>
                </a:lnTo>
                <a:lnTo>
                  <a:pt x="2447" y="70"/>
                </a:lnTo>
                <a:lnTo>
                  <a:pt x="2670" y="101"/>
                </a:lnTo>
                <a:lnTo>
                  <a:pt x="2893" y="137"/>
                </a:lnTo>
                <a:lnTo>
                  <a:pt x="3116" y="177"/>
                </a:lnTo>
                <a:lnTo>
                  <a:pt x="3339" y="221"/>
                </a:lnTo>
                <a:lnTo>
                  <a:pt x="3563" y="269"/>
                </a:lnTo>
                <a:lnTo>
                  <a:pt x="3786" y="320"/>
                </a:lnTo>
                <a:lnTo>
                  <a:pt x="4009" y="374"/>
                </a:lnTo>
                <a:lnTo>
                  <a:pt x="4232" y="431"/>
                </a:lnTo>
                <a:lnTo>
                  <a:pt x="4455" y="490"/>
                </a:lnTo>
                <a:lnTo>
                  <a:pt x="4678" y="550"/>
                </a:lnTo>
                <a:lnTo>
                  <a:pt x="4902" y="612"/>
                </a:lnTo>
                <a:lnTo>
                  <a:pt x="5125" y="674"/>
                </a:lnTo>
                <a:lnTo>
                  <a:pt x="5348" y="738"/>
                </a:lnTo>
                <a:lnTo>
                  <a:pt x="5571" y="801"/>
                </a:lnTo>
                <a:lnTo>
                  <a:pt x="5794" y="864"/>
                </a:lnTo>
                <a:lnTo>
                  <a:pt x="6017" y="927"/>
                </a:lnTo>
                <a:lnTo>
                  <a:pt x="6241" y="989"/>
                </a:lnTo>
                <a:lnTo>
                  <a:pt x="6464" y="1049"/>
                </a:lnTo>
                <a:lnTo>
                  <a:pt x="6687" y="1108"/>
                </a:lnTo>
                <a:lnTo>
                  <a:pt x="6910" y="1165"/>
                </a:lnTo>
                <a:lnTo>
                  <a:pt x="7133" y="1219"/>
                </a:lnTo>
                <a:lnTo>
                  <a:pt x="7356" y="1270"/>
                </a:lnTo>
                <a:lnTo>
                  <a:pt x="7580" y="1318"/>
                </a:lnTo>
                <a:lnTo>
                  <a:pt x="7803" y="1362"/>
                </a:lnTo>
                <a:lnTo>
                  <a:pt x="8026" y="1402"/>
                </a:lnTo>
                <a:lnTo>
                  <a:pt x="8249" y="1438"/>
                </a:lnTo>
                <a:lnTo>
                  <a:pt x="8472" y="1469"/>
                </a:lnTo>
                <a:lnTo>
                  <a:pt x="8695" y="1495"/>
                </a:lnTo>
                <a:lnTo>
                  <a:pt x="8918" y="1515"/>
                </a:lnTo>
                <a:lnTo>
                  <a:pt x="9142" y="1530"/>
                </a:lnTo>
                <a:lnTo>
                  <a:pt x="9365" y="1538"/>
                </a:lnTo>
                <a:lnTo>
                  <a:pt x="9588" y="1539"/>
                </a:lnTo>
                <a:lnTo>
                  <a:pt x="9619" y="1538"/>
                </a:lnTo>
                <a:lnTo>
                  <a:pt x="9651" y="1539"/>
                </a:lnTo>
                <a:lnTo>
                  <a:pt x="9874" y="1538"/>
                </a:lnTo>
                <a:lnTo>
                  <a:pt x="10097" y="1530"/>
                </a:lnTo>
                <a:lnTo>
                  <a:pt x="10321" y="1515"/>
                </a:lnTo>
                <a:lnTo>
                  <a:pt x="10544" y="1495"/>
                </a:lnTo>
                <a:lnTo>
                  <a:pt x="10767" y="1469"/>
                </a:lnTo>
                <a:lnTo>
                  <a:pt x="10990" y="1438"/>
                </a:lnTo>
                <a:lnTo>
                  <a:pt x="11213" y="1402"/>
                </a:lnTo>
                <a:lnTo>
                  <a:pt x="11436" y="1362"/>
                </a:lnTo>
                <a:lnTo>
                  <a:pt x="11659" y="1318"/>
                </a:lnTo>
                <a:lnTo>
                  <a:pt x="11883" y="1270"/>
                </a:lnTo>
                <a:lnTo>
                  <a:pt x="12106" y="1219"/>
                </a:lnTo>
                <a:lnTo>
                  <a:pt x="12329" y="1165"/>
                </a:lnTo>
                <a:lnTo>
                  <a:pt x="12552" y="1108"/>
                </a:lnTo>
                <a:lnTo>
                  <a:pt x="12775" y="1049"/>
                </a:lnTo>
                <a:lnTo>
                  <a:pt x="12998" y="989"/>
                </a:lnTo>
                <a:lnTo>
                  <a:pt x="13222" y="927"/>
                </a:lnTo>
                <a:lnTo>
                  <a:pt x="13445" y="864"/>
                </a:lnTo>
                <a:lnTo>
                  <a:pt x="13668" y="801"/>
                </a:lnTo>
                <a:lnTo>
                  <a:pt x="13891" y="738"/>
                </a:lnTo>
                <a:lnTo>
                  <a:pt x="14114" y="674"/>
                </a:lnTo>
                <a:lnTo>
                  <a:pt x="14337" y="612"/>
                </a:lnTo>
                <a:lnTo>
                  <a:pt x="14561" y="550"/>
                </a:lnTo>
                <a:lnTo>
                  <a:pt x="14784" y="490"/>
                </a:lnTo>
                <a:lnTo>
                  <a:pt x="15007" y="431"/>
                </a:lnTo>
                <a:lnTo>
                  <a:pt x="15230" y="374"/>
                </a:lnTo>
                <a:lnTo>
                  <a:pt x="15453" y="320"/>
                </a:lnTo>
                <a:lnTo>
                  <a:pt x="15676" y="269"/>
                </a:lnTo>
                <a:lnTo>
                  <a:pt x="15900" y="221"/>
                </a:lnTo>
                <a:lnTo>
                  <a:pt x="16123" y="177"/>
                </a:lnTo>
                <a:lnTo>
                  <a:pt x="16346" y="137"/>
                </a:lnTo>
                <a:lnTo>
                  <a:pt x="16569" y="101"/>
                </a:lnTo>
                <a:lnTo>
                  <a:pt x="16792" y="70"/>
                </a:lnTo>
                <a:lnTo>
                  <a:pt x="17015" y="44"/>
                </a:lnTo>
                <a:lnTo>
                  <a:pt x="17238" y="24"/>
                </a:lnTo>
                <a:lnTo>
                  <a:pt x="17462" y="9"/>
                </a:lnTo>
                <a:lnTo>
                  <a:pt x="17685" y="1"/>
                </a:lnTo>
                <a:lnTo>
                  <a:pt x="17908" y="0"/>
                </a:lnTo>
                <a:lnTo>
                  <a:pt x="18131" y="6"/>
                </a:lnTo>
                <a:lnTo>
                  <a:pt x="18354" y="19"/>
                </a:lnTo>
                <a:lnTo>
                  <a:pt x="18577" y="40"/>
                </a:lnTo>
                <a:lnTo>
                  <a:pt x="18801" y="70"/>
                </a:lnTo>
                <a:lnTo>
                  <a:pt x="19024" y="108"/>
                </a:lnTo>
                <a:lnTo>
                  <a:pt x="19200" y="145"/>
                </a:lnTo>
                <a:close/>
              </a:path>
            </a:pathLst>
          </a:custGeom>
          <a:gradFill>
            <a:gsLst>
              <a:gs pos="0">
                <a:schemeClr val="accent2"/>
              </a:gs>
              <a:gs pos="99000">
                <a:schemeClr val="accent2">
                  <a:lumMod val="20000"/>
                  <a:lumOff val="80000"/>
                </a:schemeClr>
              </a:gs>
              <a:gs pos="58000">
                <a:schemeClr val="accent2">
                  <a:lumMod val="60000"/>
                  <a:lumOff val="4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mj-ea"/>
              <a:ea typeface="+mj-ea"/>
              <a:sym typeface="+mn-ea"/>
            </a:endParaRPr>
          </a:p>
        </p:txBody>
      </p:sp>
      <p:sp>
        <p:nvSpPr>
          <p:cNvPr id="16" name="任意多边形 57"/>
          <p:cNvSpPr/>
          <p:nvPr userDrawn="1">
            <p:custDataLst>
              <p:tags r:id="rId8"/>
            </p:custDataLst>
          </p:nvPr>
        </p:nvSpPr>
        <p:spPr>
          <a:xfrm>
            <a:off x="0" y="5594985"/>
            <a:ext cx="12192000" cy="1263015"/>
          </a:xfrm>
          <a:custGeom>
            <a:avLst/>
            <a:gdLst/>
            <a:ahLst/>
            <a:cxnLst>
              <a:cxn ang="3">
                <a:pos x="hc" y="t"/>
              </a:cxn>
              <a:cxn ang="cd2">
                <a:pos x="l" y="vc"/>
              </a:cxn>
              <a:cxn ang="cd4">
                <a:pos x="hc" y="b"/>
              </a:cxn>
              <a:cxn ang="0">
                <a:pos x="r" y="vc"/>
              </a:cxn>
            </a:cxnLst>
            <a:rect l="l" t="t" r="r" b="b"/>
            <a:pathLst>
              <a:path w="19200" h="1776">
                <a:moveTo>
                  <a:pt x="19200" y="1241"/>
                </a:moveTo>
                <a:lnTo>
                  <a:pt x="19200" y="1776"/>
                </a:lnTo>
                <a:lnTo>
                  <a:pt x="0" y="1776"/>
                </a:lnTo>
                <a:lnTo>
                  <a:pt x="0" y="92"/>
                </a:lnTo>
                <a:lnTo>
                  <a:pt x="215" y="65"/>
                </a:lnTo>
                <a:lnTo>
                  <a:pt x="438" y="42"/>
                </a:lnTo>
                <a:lnTo>
                  <a:pt x="662" y="24"/>
                </a:lnTo>
                <a:lnTo>
                  <a:pt x="885" y="11"/>
                </a:lnTo>
                <a:lnTo>
                  <a:pt x="1108" y="4"/>
                </a:lnTo>
                <a:lnTo>
                  <a:pt x="1331" y="0"/>
                </a:lnTo>
                <a:lnTo>
                  <a:pt x="1554" y="1"/>
                </a:lnTo>
                <a:lnTo>
                  <a:pt x="1777" y="5"/>
                </a:lnTo>
                <a:lnTo>
                  <a:pt x="2001" y="14"/>
                </a:lnTo>
                <a:lnTo>
                  <a:pt x="2224" y="26"/>
                </a:lnTo>
                <a:lnTo>
                  <a:pt x="2447" y="42"/>
                </a:lnTo>
                <a:lnTo>
                  <a:pt x="2670" y="60"/>
                </a:lnTo>
                <a:lnTo>
                  <a:pt x="2893" y="82"/>
                </a:lnTo>
                <a:lnTo>
                  <a:pt x="3116" y="106"/>
                </a:lnTo>
                <a:lnTo>
                  <a:pt x="3339" y="132"/>
                </a:lnTo>
                <a:lnTo>
                  <a:pt x="3563" y="161"/>
                </a:lnTo>
                <a:lnTo>
                  <a:pt x="3786" y="191"/>
                </a:lnTo>
                <a:lnTo>
                  <a:pt x="4009" y="224"/>
                </a:lnTo>
                <a:lnTo>
                  <a:pt x="4232" y="258"/>
                </a:lnTo>
                <a:lnTo>
                  <a:pt x="4455" y="293"/>
                </a:lnTo>
                <a:lnTo>
                  <a:pt x="4678" y="329"/>
                </a:lnTo>
                <a:lnTo>
                  <a:pt x="4902" y="366"/>
                </a:lnTo>
                <a:lnTo>
                  <a:pt x="5125" y="403"/>
                </a:lnTo>
                <a:lnTo>
                  <a:pt x="5348" y="442"/>
                </a:lnTo>
                <a:lnTo>
                  <a:pt x="5571" y="479"/>
                </a:lnTo>
                <a:lnTo>
                  <a:pt x="5794" y="517"/>
                </a:lnTo>
                <a:lnTo>
                  <a:pt x="6017" y="555"/>
                </a:lnTo>
                <a:lnTo>
                  <a:pt x="6241" y="592"/>
                </a:lnTo>
                <a:lnTo>
                  <a:pt x="6464" y="628"/>
                </a:lnTo>
                <a:lnTo>
                  <a:pt x="6687" y="663"/>
                </a:lnTo>
                <a:lnTo>
                  <a:pt x="6910" y="697"/>
                </a:lnTo>
                <a:lnTo>
                  <a:pt x="7133" y="729"/>
                </a:lnTo>
                <a:lnTo>
                  <a:pt x="7356" y="760"/>
                </a:lnTo>
                <a:lnTo>
                  <a:pt x="7580" y="789"/>
                </a:lnTo>
                <a:lnTo>
                  <a:pt x="7803" y="815"/>
                </a:lnTo>
                <a:lnTo>
                  <a:pt x="8026" y="839"/>
                </a:lnTo>
                <a:lnTo>
                  <a:pt x="8249" y="860"/>
                </a:lnTo>
                <a:lnTo>
                  <a:pt x="8472" y="879"/>
                </a:lnTo>
                <a:lnTo>
                  <a:pt x="8695" y="895"/>
                </a:lnTo>
                <a:lnTo>
                  <a:pt x="8918" y="907"/>
                </a:lnTo>
                <a:lnTo>
                  <a:pt x="9142" y="915"/>
                </a:lnTo>
                <a:lnTo>
                  <a:pt x="9365" y="920"/>
                </a:lnTo>
                <a:lnTo>
                  <a:pt x="9588" y="921"/>
                </a:lnTo>
                <a:lnTo>
                  <a:pt x="9619" y="920"/>
                </a:lnTo>
                <a:lnTo>
                  <a:pt x="9651" y="921"/>
                </a:lnTo>
                <a:lnTo>
                  <a:pt x="9874" y="920"/>
                </a:lnTo>
                <a:lnTo>
                  <a:pt x="10097" y="915"/>
                </a:lnTo>
                <a:lnTo>
                  <a:pt x="10321" y="907"/>
                </a:lnTo>
                <a:lnTo>
                  <a:pt x="10544" y="895"/>
                </a:lnTo>
                <a:lnTo>
                  <a:pt x="10767" y="879"/>
                </a:lnTo>
                <a:lnTo>
                  <a:pt x="10990" y="860"/>
                </a:lnTo>
                <a:lnTo>
                  <a:pt x="11213" y="839"/>
                </a:lnTo>
                <a:lnTo>
                  <a:pt x="11436" y="815"/>
                </a:lnTo>
                <a:lnTo>
                  <a:pt x="11659" y="789"/>
                </a:lnTo>
                <a:lnTo>
                  <a:pt x="11883" y="760"/>
                </a:lnTo>
                <a:lnTo>
                  <a:pt x="12106" y="729"/>
                </a:lnTo>
                <a:lnTo>
                  <a:pt x="12329" y="697"/>
                </a:lnTo>
                <a:lnTo>
                  <a:pt x="12552" y="663"/>
                </a:lnTo>
                <a:lnTo>
                  <a:pt x="12775" y="628"/>
                </a:lnTo>
                <a:lnTo>
                  <a:pt x="12998" y="592"/>
                </a:lnTo>
                <a:lnTo>
                  <a:pt x="13222" y="555"/>
                </a:lnTo>
                <a:lnTo>
                  <a:pt x="13445" y="517"/>
                </a:lnTo>
                <a:lnTo>
                  <a:pt x="13668" y="479"/>
                </a:lnTo>
                <a:lnTo>
                  <a:pt x="13891" y="442"/>
                </a:lnTo>
                <a:lnTo>
                  <a:pt x="14114" y="403"/>
                </a:lnTo>
                <a:lnTo>
                  <a:pt x="14337" y="366"/>
                </a:lnTo>
                <a:lnTo>
                  <a:pt x="14561" y="329"/>
                </a:lnTo>
                <a:lnTo>
                  <a:pt x="14784" y="293"/>
                </a:lnTo>
                <a:lnTo>
                  <a:pt x="15007" y="258"/>
                </a:lnTo>
                <a:lnTo>
                  <a:pt x="15230" y="224"/>
                </a:lnTo>
                <a:lnTo>
                  <a:pt x="15453" y="191"/>
                </a:lnTo>
                <a:lnTo>
                  <a:pt x="15676" y="161"/>
                </a:lnTo>
                <a:lnTo>
                  <a:pt x="15900" y="132"/>
                </a:lnTo>
                <a:lnTo>
                  <a:pt x="16123" y="106"/>
                </a:lnTo>
                <a:lnTo>
                  <a:pt x="16346" y="82"/>
                </a:lnTo>
                <a:lnTo>
                  <a:pt x="16569" y="60"/>
                </a:lnTo>
                <a:lnTo>
                  <a:pt x="16792" y="42"/>
                </a:lnTo>
                <a:lnTo>
                  <a:pt x="17015" y="26"/>
                </a:lnTo>
                <a:lnTo>
                  <a:pt x="17238" y="14"/>
                </a:lnTo>
                <a:lnTo>
                  <a:pt x="17462" y="5"/>
                </a:lnTo>
                <a:lnTo>
                  <a:pt x="17685" y="1"/>
                </a:lnTo>
                <a:lnTo>
                  <a:pt x="17908" y="0"/>
                </a:lnTo>
                <a:lnTo>
                  <a:pt x="18131" y="4"/>
                </a:lnTo>
                <a:lnTo>
                  <a:pt x="18354" y="11"/>
                </a:lnTo>
                <a:lnTo>
                  <a:pt x="18577" y="24"/>
                </a:lnTo>
                <a:lnTo>
                  <a:pt x="18801" y="42"/>
                </a:lnTo>
                <a:lnTo>
                  <a:pt x="19024" y="65"/>
                </a:lnTo>
                <a:lnTo>
                  <a:pt x="19200" y="87"/>
                </a:lnTo>
                <a:lnTo>
                  <a:pt x="19200" y="1241"/>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mj-ea"/>
              <a:ea typeface="+mj-ea"/>
            </a:endParaRPr>
          </a:p>
        </p:txBody>
      </p:sp>
      <p:sp>
        <p:nvSpPr>
          <p:cNvPr id="2" name="标题 1"/>
          <p:cNvSpPr>
            <a:spLocks noGrp="1"/>
          </p:cNvSpPr>
          <p:nvPr userDrawn="1">
            <p:ph type="ctrTitle"/>
            <p:custDataLst>
              <p:tags r:id="rId9"/>
            </p:custDataLst>
          </p:nvPr>
        </p:nvSpPr>
        <p:spPr>
          <a:xfrm>
            <a:off x="838200" y="2735097"/>
            <a:ext cx="10515000" cy="1379549"/>
          </a:xfrm>
        </p:spPr>
        <p:txBody>
          <a:bodyPr wrap="square" anchor="t" anchorCtr="0">
            <a:normAutofit/>
          </a:bodyPr>
          <a:lstStyle>
            <a:lvl1pPr algn="ctr">
              <a:lnSpc>
                <a:spcPct val="100000"/>
              </a:lnSpc>
              <a:defRPr lang="zh-CN" altLang="en-US" sz="6600" b="1" kern="1200" dirty="0">
                <a:solidFill>
                  <a:schemeClr val="tx2"/>
                </a:solidFill>
                <a:effectLst>
                  <a:outerShdw blurRad="127000" dist="63500" dir="2700000" algn="tl" rotWithShape="0">
                    <a:schemeClr val="tx2">
                      <a:alpha val="20000"/>
                    </a:schemeClr>
                  </a:outerShdw>
                </a:effectLst>
                <a:latin typeface="+mj-ea"/>
                <a:ea typeface="+mj-ea"/>
                <a:cs typeface="+mn-cs"/>
              </a:defRPr>
            </a:lvl1pPr>
          </a:lstStyle>
          <a:p>
            <a:r>
              <a:rPr lang="zh-CN" altLang="en-US" dirty="0"/>
              <a:t>单击此处编辑母版标题样式</a:t>
            </a:r>
            <a:endParaRPr lang="zh-CN" altLang="en-US" dirty="0"/>
          </a:p>
        </p:txBody>
      </p:sp>
      <p:sp>
        <p:nvSpPr>
          <p:cNvPr id="3" name="副标题 2"/>
          <p:cNvSpPr>
            <a:spLocks noGrp="1"/>
          </p:cNvSpPr>
          <p:nvPr userDrawn="1">
            <p:ph type="subTitle" idx="1" hasCustomPrompt="1"/>
            <p:custDataLst>
              <p:tags r:id="rId10"/>
            </p:custDataLst>
          </p:nvPr>
        </p:nvSpPr>
        <p:spPr>
          <a:xfrm>
            <a:off x="838200" y="1666647"/>
            <a:ext cx="10515000" cy="972000"/>
          </a:xfrm>
        </p:spPr>
        <p:txBody>
          <a:bodyPr wrap="square" anchor="b" anchorCtr="0">
            <a:normAutofit/>
          </a:bodyPr>
          <a:lstStyle>
            <a:lvl1pPr marL="0" indent="0" algn="ctr">
              <a:lnSpc>
                <a:spcPct val="100000"/>
              </a:lnSpc>
              <a:buNone/>
              <a:defRPr lang="zh-CN" altLang="en-US" sz="4800" b="1" kern="1200" cap="all" baseline="0" dirty="0">
                <a:ln w="12700">
                  <a:solidFill>
                    <a:schemeClr val="accent1"/>
                  </a:solidFill>
                </a:ln>
                <a:solidFill>
                  <a:schemeClr val="accent1">
                    <a:lumMod val="20000"/>
                    <a:lumOff val="80000"/>
                  </a:schemeClr>
                </a:solidFill>
                <a:effectLst/>
                <a:latin typeface="+mn-ea"/>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4" name="日期占位符 3"/>
          <p:cNvSpPr>
            <a:spLocks noGrp="1"/>
          </p:cNvSpPr>
          <p:nvPr userDrawn="1">
            <p:ph type="dt" sz="half" idx="10"/>
            <p:custDataLst>
              <p:tags r:id="rId11"/>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userDrawn="1">
            <p:ph type="ftr" sz="quarter" idx="11"/>
            <p:custDataLst>
              <p:tags r:id="rId12"/>
            </p:custDataLst>
          </p:nvPr>
        </p:nvSpPr>
        <p:spPr/>
        <p:txBody>
          <a:bodyPr/>
          <a:lstStyle/>
          <a:p>
            <a:endParaRPr lang="zh-CN" altLang="en-US"/>
          </a:p>
        </p:txBody>
      </p:sp>
      <p:sp>
        <p:nvSpPr>
          <p:cNvPr id="6" name="灯片编号占位符 5"/>
          <p:cNvSpPr>
            <a:spLocks noGrp="1"/>
          </p:cNvSpPr>
          <p:nvPr userDrawn="1">
            <p:ph type="sldNum" sz="quarter" idx="12"/>
            <p:custDataLst>
              <p:tags r:id="rId13"/>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10" name="公司名占位符 6"/>
          <p:cNvSpPr>
            <a:spLocks noGrp="1"/>
          </p:cNvSpPr>
          <p:nvPr userDrawn="1">
            <p:ph type="body" sz="quarter" idx="13" hasCustomPrompt="1"/>
            <p:custDataLst>
              <p:tags r:id="rId14"/>
            </p:custDataLst>
          </p:nvPr>
        </p:nvSpPr>
        <p:spPr>
          <a:xfrm>
            <a:off x="838798" y="504000"/>
            <a:ext cx="2880000" cy="504000"/>
          </a:xfrm>
        </p:spPr>
        <p:txBody>
          <a:bodyPr wrap="square" anchor="ctr">
            <a:normAutofit/>
          </a:bodyPr>
          <a:lstStyle>
            <a:lvl1pPr marL="0" indent="0">
              <a:lnSpc>
                <a:spcPct val="100000"/>
              </a:lnSpc>
              <a:buNone/>
              <a:defRPr sz="1400">
                <a:solidFill>
                  <a:schemeClr val="tx2"/>
                </a:solidFill>
              </a:defRPr>
            </a:lvl1pPr>
          </a:lstStyle>
          <a:p>
            <a:pPr lvl="0"/>
            <a:r>
              <a:rPr lang="zh-CN" altLang="en-US" dirty="0"/>
              <a:t>公司名</a:t>
            </a:r>
            <a:endParaRPr lang="zh-CN" altLang="en-US" dirty="0"/>
          </a:p>
        </p:txBody>
      </p:sp>
      <p:sp>
        <p:nvSpPr>
          <p:cNvPr id="14" name="日期时间占位符 7"/>
          <p:cNvSpPr>
            <a:spLocks noGrp="1"/>
          </p:cNvSpPr>
          <p:nvPr userDrawn="1">
            <p:ph type="body" sz="quarter" idx="14" hasCustomPrompt="1"/>
            <p:custDataLst>
              <p:tags r:id="rId15"/>
            </p:custDataLst>
          </p:nvPr>
        </p:nvSpPr>
        <p:spPr>
          <a:xfrm>
            <a:off x="6170250" y="4652200"/>
            <a:ext cx="2520000" cy="432000"/>
          </a:xfrm>
          <a:prstGeom prst="roundRect">
            <a:avLst>
              <a:gd name="adj" fmla="val 50000"/>
            </a:avLst>
          </a:prstGeom>
          <a:solidFill>
            <a:schemeClr val="accent2">
              <a:lumMod val="60000"/>
              <a:lumOff val="40000"/>
            </a:schemeClr>
          </a:solidFill>
        </p:spPr>
        <p:txBody>
          <a:bodyPr wrap="square" anchor="ctr">
            <a:normAutofit/>
          </a:bodyPr>
          <a:lstStyle>
            <a:lvl1pPr marL="0" indent="0" algn="ctr">
              <a:lnSpc>
                <a:spcPct val="100000"/>
              </a:lnSpc>
              <a:buNone/>
              <a:defRPr sz="1200" b="1">
                <a:solidFill>
                  <a:srgbClr val="FFFFFF"/>
                </a:solidFill>
              </a:defRPr>
            </a:lvl1pPr>
          </a:lstStyle>
          <a:p>
            <a:pPr lvl="0"/>
            <a:r>
              <a:rPr lang="zh-CN" altLang="en-US" dirty="0"/>
              <a:t>日期时间</a:t>
            </a:r>
            <a:endParaRPr lang="zh-CN" altLang="en-US" dirty="0"/>
          </a:p>
        </p:txBody>
      </p:sp>
      <p:sp>
        <p:nvSpPr>
          <p:cNvPr id="24" name="署名占位符 10"/>
          <p:cNvSpPr>
            <a:spLocks noGrp="1"/>
          </p:cNvSpPr>
          <p:nvPr userDrawn="1">
            <p:ph type="body" sz="quarter" idx="17" hasCustomPrompt="1"/>
            <p:custDataLst>
              <p:tags r:id="rId16"/>
            </p:custDataLst>
          </p:nvPr>
        </p:nvSpPr>
        <p:spPr>
          <a:xfrm>
            <a:off x="3501752" y="4652200"/>
            <a:ext cx="2520000" cy="432000"/>
          </a:xfrm>
          <a:prstGeom prst="roundRect">
            <a:avLst>
              <a:gd name="adj" fmla="val 50000"/>
            </a:avLst>
          </a:prstGeom>
          <a:solidFill>
            <a:schemeClr val="accent2">
              <a:lumMod val="60000"/>
              <a:lumOff val="40000"/>
            </a:schemeClr>
          </a:solidFill>
        </p:spPr>
        <p:txBody>
          <a:bodyPr wrap="square" anchor="ctr">
            <a:normAutofit/>
          </a:bodyPr>
          <a:lstStyle>
            <a:lvl1pPr marL="0" indent="0" algn="ctr">
              <a:lnSpc>
                <a:spcPct val="100000"/>
              </a:lnSpc>
              <a:buNone/>
              <a:defRPr sz="1200" b="1">
                <a:solidFill>
                  <a:srgbClr val="FFFFFF"/>
                </a:solidFill>
              </a:defRPr>
            </a:lvl1pPr>
          </a:lstStyle>
          <a:p>
            <a:pPr lvl="0"/>
            <a:r>
              <a:rPr lang="zh-CN" altLang="en-US" dirty="0"/>
              <a:t>署名</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3" Type="http://schemas.openxmlformats.org/officeDocument/2006/relationships/theme" Target="../theme/theme2.xml"/><Relationship Id="rId22" Type="http://schemas.openxmlformats.org/officeDocument/2006/relationships/tags" Target="../tags/tag98.xml"/><Relationship Id="rId21" Type="http://schemas.openxmlformats.org/officeDocument/2006/relationships/tags" Target="../tags/tag97.xml"/><Relationship Id="rId20" Type="http://schemas.openxmlformats.org/officeDocument/2006/relationships/tags" Target="../tags/tag96.xml"/><Relationship Id="rId2" Type="http://schemas.openxmlformats.org/officeDocument/2006/relationships/slideLayout" Target="../slideLayouts/slideLayout13.xml"/><Relationship Id="rId19" Type="http://schemas.openxmlformats.org/officeDocument/2006/relationships/tags" Target="../tags/tag95.xml"/><Relationship Id="rId18" Type="http://schemas.openxmlformats.org/officeDocument/2006/relationships/tags" Target="../tags/tag94.xml"/><Relationship Id="rId17" Type="http://schemas.openxmlformats.org/officeDocument/2006/relationships/tags" Target="../tags/tag93.xml"/><Relationship Id="rId16" Type="http://schemas.openxmlformats.org/officeDocument/2006/relationships/tags" Target="../tags/tag92.xml"/><Relationship Id="rId15" Type="http://schemas.openxmlformats.org/officeDocument/2006/relationships/tags" Target="../tags/tag91.xml"/><Relationship Id="rId14" Type="http://schemas.openxmlformats.org/officeDocument/2006/relationships/tags" Target="../tags/tag90.xml"/><Relationship Id="rId13" Type="http://schemas.openxmlformats.org/officeDocument/2006/relationships/tags" Target="../tags/tag89.xml"/><Relationship Id="rId12" Type="http://schemas.openxmlformats.org/officeDocument/2006/relationships/tags" Target="../tags/tag88.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198A3E-FC99-4383-AE74-183A14D5779A}" type="datetimeFigureOut">
              <a:rPr lang="en-US" smtClean="0"/>
            </a:fld>
            <a:endParaRPr 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A40CBE-93BF-49B9-97E0-E316BEC4A44D}"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矩形 7"/>
          <p:cNvSpPr/>
          <p:nvPr userDrawn="1">
            <p:custDataLst>
              <p:tags r:id="rId12"/>
            </p:custDataLst>
          </p:nvPr>
        </p:nvSpPr>
        <p:spPr>
          <a:xfrm>
            <a:off x="0" y="0"/>
            <a:ext cx="12192000" cy="6858000"/>
          </a:xfrm>
          <a:prstGeom prst="rect">
            <a:avLst/>
          </a:prstGeom>
          <a:gradFill>
            <a:gsLst>
              <a:gs pos="0">
                <a:schemeClr val="bg1"/>
              </a:gs>
              <a:gs pos="81000">
                <a:schemeClr val="bg2"/>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单圆角矩形 4"/>
          <p:cNvSpPr/>
          <p:nvPr userDrawn="1">
            <p:custDataLst>
              <p:tags r:id="rId13"/>
            </p:custDataLst>
          </p:nvPr>
        </p:nvSpPr>
        <p:spPr>
          <a:xfrm>
            <a:off x="514350" y="932855"/>
            <a:ext cx="4017010" cy="147145"/>
          </a:xfrm>
          <a:prstGeom prst="roundRect">
            <a:avLst>
              <a:gd name="adj" fmla="val 50000"/>
            </a:avLst>
          </a:prstGeom>
          <a:gradFill flip="none" rotWithShape="1">
            <a:gsLst>
              <a:gs pos="0">
                <a:schemeClr val="accent2"/>
              </a:gs>
              <a:gs pos="98000">
                <a:schemeClr val="accent2">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p:cNvCxnSpPr/>
          <p:nvPr>
            <p:custDataLst>
              <p:tags r:id="rId14"/>
            </p:custDataLst>
          </p:nvPr>
        </p:nvCxnSpPr>
        <p:spPr>
          <a:xfrm>
            <a:off x="11106785" y="693737"/>
            <a:ext cx="235520" cy="0"/>
          </a:xfrm>
          <a:prstGeom prst="line">
            <a:avLst/>
          </a:prstGeom>
          <a:ln w="3175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15"/>
            </p:custDataLst>
          </p:nvPr>
        </p:nvCxnSpPr>
        <p:spPr>
          <a:xfrm>
            <a:off x="11106785" y="754697"/>
            <a:ext cx="235520" cy="0"/>
          </a:xfrm>
          <a:prstGeom prst="line">
            <a:avLst/>
          </a:prstGeom>
          <a:ln w="3175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6"/>
            </p:custDataLst>
          </p:nvPr>
        </p:nvCxnSpPr>
        <p:spPr>
          <a:xfrm>
            <a:off x="11106785" y="815657"/>
            <a:ext cx="235520" cy="0"/>
          </a:xfrm>
          <a:prstGeom prst="line">
            <a:avLst/>
          </a:prstGeom>
          <a:ln w="31750"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2" name="标题占位符 1"/>
          <p:cNvSpPr>
            <a:spLocks noGrp="1"/>
          </p:cNvSpPr>
          <p:nvPr userDrawn="1">
            <p:ph type="title"/>
            <p:custDataLst>
              <p:tags r:id="rId17"/>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userDrawn="1">
            <p:ph type="body" idx="1"/>
            <p:custDataLst>
              <p:tags r:id="rId18"/>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userDrawn="1">
            <p:ph type="dt" sz="half" idx="2"/>
            <p:custDataLst>
              <p:tags r:id="rId19"/>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userDrawn="1">
            <p:ph type="ftr" sz="quarter" idx="3"/>
            <p:custDataLst>
              <p:tags r:id="rId20"/>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userDrawn="1">
            <p:ph type="sldNum" sz="quarter" idx="4"/>
            <p:custDataLst>
              <p:tags r:id="rId21"/>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10" name="KSO_TEMPLATE" hidden="1"/>
          <p:cNvSpPr/>
          <p:nvPr userDrawn="1">
            <p:custDataLst>
              <p:tags r:id="rId22"/>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100000"/>
        </a:lnSpc>
        <a:spcBef>
          <a:spcPct val="0"/>
        </a:spcBef>
        <a:buNone/>
        <a:defRPr sz="3200" b="1" kern="1200">
          <a:solidFill>
            <a:schemeClr val="tx2"/>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slideLayout" Target="../slideLayouts/slideLayout12.xml"/><Relationship Id="rId6" Type="http://schemas.openxmlformats.org/officeDocument/2006/relationships/tags" Target="../tags/tag104.xml"/><Relationship Id="rId5" Type="http://schemas.openxmlformats.org/officeDocument/2006/relationships/tags" Target="../tags/tag103.xml"/><Relationship Id="rId4" Type="http://schemas.openxmlformats.org/officeDocument/2006/relationships/tags" Target="../tags/tag102.xml"/><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tags" Target="../tags/tag99.xml"/></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19.xml"/><Relationship Id="rId4" Type="http://schemas.openxmlformats.org/officeDocument/2006/relationships/tags" Target="../tags/tag108.xml"/><Relationship Id="rId3" Type="http://schemas.openxmlformats.org/officeDocument/2006/relationships/tags" Target="../tags/tag107.xml"/><Relationship Id="rId2" Type="http://schemas.openxmlformats.org/officeDocument/2006/relationships/tags" Target="../tags/tag106.xml"/><Relationship Id="rId1" Type="http://schemas.openxmlformats.org/officeDocument/2006/relationships/tags" Target="../tags/tag105.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19.xml"/><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tags" Target="../tags/tag109.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19.xml"/><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tags" Target="../tags/tag112.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118.xml"/><Relationship Id="rId3" Type="http://schemas.openxmlformats.org/officeDocument/2006/relationships/tags" Target="../tags/tag117.xml"/><Relationship Id="rId2" Type="http://schemas.openxmlformats.org/officeDocument/2006/relationships/tags" Target="../tags/tag116.xml"/><Relationship Id="rId1" Type="http://schemas.openxmlformats.org/officeDocument/2006/relationships/tags" Target="../tags/tag115.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19.xml"/><Relationship Id="rId4" Type="http://schemas.openxmlformats.org/officeDocument/2006/relationships/tags" Target="../tags/tag121.xml"/><Relationship Id="rId3" Type="http://schemas.openxmlformats.org/officeDocument/2006/relationships/image" Target="../media/image1.png"/><Relationship Id="rId2" Type="http://schemas.openxmlformats.org/officeDocument/2006/relationships/tags" Target="../tags/tag120.xml"/><Relationship Id="rId1" Type="http://schemas.openxmlformats.org/officeDocument/2006/relationships/tags" Target="../tags/tag119.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19.xml"/><Relationship Id="rId4" Type="http://schemas.openxmlformats.org/officeDocument/2006/relationships/tags" Target="../tags/tag124.xml"/><Relationship Id="rId3" Type="http://schemas.openxmlformats.org/officeDocument/2006/relationships/image" Target="../media/image2.png"/><Relationship Id="rId2" Type="http://schemas.openxmlformats.org/officeDocument/2006/relationships/tags" Target="../tags/tag123.xml"/><Relationship Id="rId1" Type="http://schemas.openxmlformats.org/officeDocument/2006/relationships/tags" Target="../tags/tag122.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19.xml"/><Relationship Id="rId4" Type="http://schemas.openxmlformats.org/officeDocument/2006/relationships/tags" Target="../tags/tag127.xml"/><Relationship Id="rId3" Type="http://schemas.openxmlformats.org/officeDocument/2006/relationships/image" Target="../media/image3.png"/><Relationship Id="rId2" Type="http://schemas.openxmlformats.org/officeDocument/2006/relationships/tags" Target="../tags/tag126.xml"/><Relationship Id="rId1" Type="http://schemas.openxmlformats.org/officeDocument/2006/relationships/tags" Target="../tags/tag125.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19.xml"/><Relationship Id="rId3" Type="http://schemas.openxmlformats.org/officeDocument/2006/relationships/tags" Target="../tags/tag130.xml"/><Relationship Id="rId2" Type="http://schemas.openxmlformats.org/officeDocument/2006/relationships/tags" Target="../tags/tag129.xml"/><Relationship Id="rId1" Type="http://schemas.openxmlformats.org/officeDocument/2006/relationships/tags" Target="../tags/tag128.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19.xml"/><Relationship Id="rId3" Type="http://schemas.openxmlformats.org/officeDocument/2006/relationships/tags" Target="../tags/tag133.xml"/><Relationship Id="rId2" Type="http://schemas.openxmlformats.org/officeDocument/2006/relationships/tags" Target="../tags/tag132.xml"/><Relationship Id="rId1" Type="http://schemas.openxmlformats.org/officeDocument/2006/relationships/tags" Target="../tags/tag131.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136.xml"/><Relationship Id="rId2" Type="http://schemas.openxmlformats.org/officeDocument/2006/relationships/tags" Target="../tags/tag135.xml"/><Relationship Id="rId1" Type="http://schemas.openxmlformats.org/officeDocument/2006/relationships/tags" Target="../tags/tag134.xml"/></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22.xml"/><Relationship Id="rId5" Type="http://schemas.openxmlformats.org/officeDocument/2006/relationships/tags" Target="../tags/tag141.xml"/><Relationship Id="rId4" Type="http://schemas.openxmlformats.org/officeDocument/2006/relationships/tags" Target="../tags/tag140.xml"/><Relationship Id="rId3" Type="http://schemas.openxmlformats.org/officeDocument/2006/relationships/tags" Target="../tags/tag139.xml"/><Relationship Id="rId2" Type="http://schemas.openxmlformats.org/officeDocument/2006/relationships/tags" Target="../tags/tag138.xml"/><Relationship Id="rId1" Type="http://schemas.openxmlformats.org/officeDocument/2006/relationships/tags" Target="../tags/tag1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custDataLst>
              <p:tags r:id="rId1"/>
            </p:custDataLst>
          </p:nvPr>
        </p:nvSpPr>
        <p:spPr>
          <a:xfrm>
            <a:off x="3717923" y="5555863"/>
            <a:ext cx="2971802" cy="368300"/>
          </a:xfrm>
          <a:prstGeom prst="rect">
            <a:avLst/>
          </a:prstGeom>
          <a:noFill/>
        </p:spPr>
        <p:txBody>
          <a:bodyPr wrap="square" rtlCol="0">
            <a:spAutoFit/>
          </a:bodyPr>
          <a:p>
            <a:r>
              <a:rPr lang="zh-CN" altLang="en-US" b="1" dirty="0">
                <a:solidFill>
                  <a:schemeClr val="tx1"/>
                </a:solidFill>
              </a:rPr>
              <a:t>年级：一年级</a:t>
            </a:r>
            <a:endParaRPr lang="zh-CN" altLang="en-US" b="1" dirty="0">
              <a:solidFill>
                <a:schemeClr val="tx1"/>
              </a:solidFill>
            </a:endParaRPr>
          </a:p>
        </p:txBody>
      </p:sp>
      <p:sp>
        <p:nvSpPr>
          <p:cNvPr id="12" name="标题"/>
          <p:cNvSpPr>
            <a:spLocks noGrp="1"/>
          </p:cNvSpPr>
          <p:nvPr>
            <p:ph type="ctrTitle"/>
            <p:custDataLst>
              <p:tags r:id="rId2"/>
            </p:custDataLst>
          </p:nvPr>
        </p:nvSpPr>
        <p:spPr/>
        <p:txBody>
          <a:bodyPr>
            <a:normAutofit fontScale="90000"/>
          </a:bodyPr>
          <a:p>
            <a:pPr marL="0" indent="0" algn="ctr">
              <a:lnSpc>
                <a:spcPct val="100000"/>
              </a:lnSpc>
              <a:spcBef>
                <a:spcPts val="0"/>
              </a:spcBef>
              <a:spcAft>
                <a:spcPts val="0"/>
              </a:spcAft>
              <a:buSzPct val="100000"/>
            </a:pPr>
            <a:r>
              <a:rPr altLang="en-US"/>
              <a:t>博士研究生</a:t>
            </a:r>
            <a:br>
              <a:rPr altLang="en-US"/>
            </a:br>
            <a:r>
              <a:rPr altLang="en-US"/>
              <a:t>科研立项答辩</a:t>
            </a:r>
            <a:endParaRPr altLang="en-US"/>
          </a:p>
        </p:txBody>
      </p:sp>
      <p:sp>
        <p:nvSpPr>
          <p:cNvPr id="14" name="副标题"/>
          <p:cNvSpPr>
            <a:spLocks noGrp="1"/>
          </p:cNvSpPr>
          <p:nvPr>
            <p:ph type="subTitle" idx="1"/>
            <p:custDataLst>
              <p:tags r:id="rId3"/>
            </p:custDataLst>
          </p:nvPr>
        </p:nvSpPr>
        <p:spPr/>
        <p:txBody>
          <a:bodyPr/>
          <a:p>
            <a:pPr marL="0" indent="0" algn="ctr">
              <a:lnSpc>
                <a:spcPct val="100000"/>
              </a:lnSpc>
              <a:spcBef>
                <a:spcPts val="1000"/>
              </a:spcBef>
              <a:spcAft>
                <a:spcPts val="0"/>
              </a:spcAft>
              <a:buSzPct val="100000"/>
            </a:pPr>
            <a:r>
              <a:rPr lang="zh-CN" altLang="en-US" sz="1200" dirty="0"/>
              <a:t>专业：数量经济学</a:t>
            </a:r>
            <a:endParaRPr lang="zh-CN" altLang="en-US" sz="1200" dirty="0"/>
          </a:p>
        </p:txBody>
      </p:sp>
      <p:sp>
        <p:nvSpPr>
          <p:cNvPr id="16" name="日期时间"/>
          <p:cNvSpPr>
            <a:spLocks noGrp="1"/>
          </p:cNvSpPr>
          <p:nvPr>
            <p:custDataLst>
              <p:tags r:id="rId4"/>
            </p:custDataLst>
          </p:nvPr>
        </p:nvSpPr>
        <p:spPr>
          <a:xfrm>
            <a:off x="6171525" y="4652200"/>
            <a:ext cx="2520000" cy="432000"/>
          </a:xfrm>
          <a:prstGeom prst="roundRect">
            <a:avLst>
              <a:gd name="adj" fmla="val 50000"/>
            </a:avLst>
          </a:prstGeom>
          <a:solidFill>
            <a:schemeClr val="accent1">
              <a:lumMod val="60000"/>
              <a:lumOff val="40000"/>
            </a:schemeClr>
          </a:solidFill>
        </p:spPr>
        <p:txBody>
          <a:bodyPr vert="horz" wrap="square" lIns="0" tIns="0" rIns="0" bIns="0" rtlCol="0" anchor="ctr">
            <a:normAutofit/>
          </a:bodyPr>
          <a:lstStyle>
            <a:lvl1pPr marL="0" indent="0" algn="ctr" defTabSz="914400" rtl="0" eaLnBrk="1" latinLnBrk="0" hangingPunct="1">
              <a:lnSpc>
                <a:spcPct val="100000"/>
              </a:lnSpc>
              <a:spcBef>
                <a:spcPts val="1000"/>
              </a:spcBef>
              <a:buFont typeface="Arial" panose="020B0604020202020204" pitchFamily="34" charset="0"/>
              <a:buNone/>
              <a:defRPr sz="1200" b="1" kern="1200">
                <a:solidFill>
                  <a:srgbClr val="FFFFFF"/>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solidFill>
                  <a:schemeClr val="tx1"/>
                </a:solidFill>
              </a:rPr>
              <a:t>2025/05/06</a:t>
            </a:r>
            <a:endParaRPr lang="en-US" altLang="zh-CN">
              <a:solidFill>
                <a:schemeClr val="tx1"/>
              </a:solidFill>
            </a:endParaRPr>
          </a:p>
        </p:txBody>
      </p:sp>
      <p:sp>
        <p:nvSpPr>
          <p:cNvPr id="18" name="署名"/>
          <p:cNvSpPr>
            <a:spLocks noGrp="1"/>
          </p:cNvSpPr>
          <p:nvPr>
            <p:custDataLst>
              <p:tags r:id="rId5"/>
            </p:custDataLst>
          </p:nvPr>
        </p:nvSpPr>
        <p:spPr>
          <a:xfrm>
            <a:off x="3496310" y="4652200"/>
            <a:ext cx="2520000" cy="432000"/>
          </a:xfrm>
          <a:prstGeom prst="roundRect">
            <a:avLst>
              <a:gd name="adj" fmla="val 50000"/>
            </a:avLst>
          </a:prstGeom>
          <a:solidFill>
            <a:schemeClr val="accent1">
              <a:lumMod val="60000"/>
              <a:lumOff val="40000"/>
            </a:schemeClr>
          </a:solidFill>
        </p:spPr>
        <p:txBody>
          <a:bodyPr vert="horz" wrap="square" lIns="0" tIns="0" rIns="0" bIns="0" rtlCol="0" anchor="ctr">
            <a:normAutofit/>
          </a:bodyPr>
          <a:lstStyle>
            <a:lvl1pPr marL="0" indent="0" algn="ctr" defTabSz="914400" rtl="0" eaLnBrk="1" latinLnBrk="0" hangingPunct="1">
              <a:lnSpc>
                <a:spcPct val="100000"/>
              </a:lnSpc>
              <a:spcBef>
                <a:spcPts val="1000"/>
              </a:spcBef>
              <a:buFont typeface="Arial" panose="020B0604020202020204" pitchFamily="34" charset="0"/>
              <a:buNone/>
              <a:defRPr sz="1200" b="1" kern="1200">
                <a:solidFill>
                  <a:srgbClr val="FFFFFF"/>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1000"/>
              </a:spcBef>
              <a:spcAft>
                <a:spcPts val="0"/>
              </a:spcAft>
              <a:buSzPct val="100000"/>
            </a:pPr>
            <a:r>
              <a:rPr altLang="en-US" sz="1200">
                <a:solidFill>
                  <a:schemeClr val="tx1"/>
                </a:solidFill>
              </a:rPr>
              <a:t>姓名：黄捷飞</a:t>
            </a:r>
            <a:endParaRPr altLang="en-US" sz="1200">
              <a:solidFill>
                <a:schemeClr val="tx1"/>
              </a:solidFill>
            </a:endParaRPr>
          </a:p>
        </p:txBody>
      </p:sp>
    </p:spTree>
    <p:custDataLst>
      <p:tags r:id="rId6"/>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custDataLst>
              <p:tags r:id="rId1"/>
            </p:custDataLst>
          </p:nvPr>
        </p:nvSpPr>
        <p:spPr>
          <a:xfrm>
            <a:off x="9498965" y="530225"/>
            <a:ext cx="1568450" cy="368300"/>
          </a:xfrm>
          <a:prstGeom prst="rect">
            <a:avLst/>
          </a:prstGeom>
          <a:noFill/>
        </p:spPr>
        <p:txBody>
          <a:bodyPr wrap="square">
            <a:normAutofit fontScale="90000"/>
          </a:bodyPr>
          <a:lstStyle/>
          <a:p>
            <a:r>
              <a:rPr lang="zh-CN" altLang="en-US" sz="1800" b="1" dirty="0">
                <a:solidFill>
                  <a:schemeClr val="tx1"/>
                </a:solidFill>
                <a:cs typeface="Times New Roman" panose="02020603050405020304" pitchFamily="18" charset="0"/>
              </a:rPr>
              <a:t>研究问题提出</a:t>
            </a:r>
            <a:endParaRPr lang="zh-CN" altLang="en-US" sz="1800" b="1" dirty="0">
              <a:solidFill>
                <a:schemeClr val="tx1"/>
              </a:solidFill>
              <a:cs typeface="Times New Roman" panose="02020603050405020304" pitchFamily="18" charset="0"/>
            </a:endParaRPr>
          </a:p>
        </p:txBody>
      </p:sp>
      <p:sp>
        <p:nvSpPr>
          <p:cNvPr id="6" name="文本框 5"/>
          <p:cNvSpPr txBox="1"/>
          <p:nvPr>
            <p:custDataLst>
              <p:tags r:id="rId2"/>
            </p:custDataLst>
          </p:nvPr>
        </p:nvSpPr>
        <p:spPr>
          <a:xfrm>
            <a:off x="781685" y="2216785"/>
            <a:ext cx="8535035" cy="3328035"/>
          </a:xfrm>
          <a:prstGeom prst="rect">
            <a:avLst/>
          </a:prstGeom>
          <a:noFill/>
        </p:spPr>
        <p:txBody>
          <a:bodyPr wrap="square">
            <a:noAutofit/>
          </a:bodyPr>
          <a:lstStyle/>
          <a:p>
            <a:pPr algn="just">
              <a:lnSpc>
                <a:spcPct val="150000"/>
              </a:lnSpc>
            </a:pPr>
            <a:r>
              <a:rPr lang="en-US" altLang="zh-CN" b="1" dirty="0">
                <a:solidFill>
                  <a:schemeClr val="tx1"/>
                </a:solidFill>
                <a:cs typeface="Times New Roman" panose="02020603050405020304" pitchFamily="18" charset="0"/>
              </a:rPr>
              <a:t>&gt;</a:t>
            </a:r>
            <a:r>
              <a:rPr lang="zh-CN" altLang="en-US" b="1" dirty="0">
                <a:solidFill>
                  <a:schemeClr val="tx1"/>
                </a:solidFill>
                <a:cs typeface="Times New Roman" panose="02020603050405020304" pitchFamily="18" charset="0"/>
              </a:rPr>
              <a:t> 研究背景</a:t>
            </a:r>
            <a:endParaRPr lang="en-US" altLang="zh-CN" kern="100" dirty="0">
              <a:solidFill>
                <a:schemeClr val="tx1"/>
              </a:solidFill>
              <a:effectLst/>
            </a:endParaRPr>
          </a:p>
          <a:p>
            <a:pPr indent="0" algn="just" fontAlgn="auto">
              <a:lnSpc>
                <a:spcPct val="150000"/>
              </a:lnSpc>
              <a:spcBef>
                <a:spcPts val="300"/>
              </a:spcBef>
              <a:spcAft>
                <a:spcPts val="300"/>
              </a:spcAft>
            </a:pPr>
            <a:r>
              <a:rPr lang="en-US" altLang="zh-CN" sz="1600" b="1" kern="100" dirty="0">
                <a:solidFill>
                  <a:schemeClr val="tx1"/>
                </a:solidFill>
                <a:effectLst/>
              </a:rPr>
              <a:t>(1) </a:t>
            </a:r>
            <a:r>
              <a:rPr lang="zh-CN" altLang="en-US" sz="1600" b="1" kern="100" dirty="0">
                <a:solidFill>
                  <a:schemeClr val="tx1"/>
                </a:solidFill>
                <a:effectLst/>
              </a:rPr>
              <a:t>现实背景：</a:t>
            </a:r>
            <a:r>
              <a:rPr lang="zh-CN" altLang="en-US" sz="1600" kern="100" dirty="0">
                <a:solidFill>
                  <a:schemeClr val="tx1"/>
                </a:solidFill>
                <a:effectLst/>
              </a:rPr>
              <a:t>近年来全球面临各种重大风险事件，导致各国政府气候承诺与政策实施路径发生变化</a:t>
            </a:r>
            <a:r>
              <a:rPr lang="zh-CN" altLang="en-US" sz="1600" kern="100" dirty="0">
                <a:solidFill>
                  <a:schemeClr val="tx1"/>
                </a:solidFill>
                <a:effectLst/>
              </a:rPr>
              <a:t>，</a:t>
            </a:r>
            <a:r>
              <a:rPr lang="zh-CN" altLang="en-US" sz="1600" b="1" kern="100" dirty="0">
                <a:solidFill>
                  <a:schemeClr val="tx1"/>
                </a:solidFill>
                <a:effectLst/>
              </a:rPr>
              <a:t>加剧了全球气候政策不确定性</a:t>
            </a:r>
            <a:r>
              <a:rPr lang="en-US" altLang="zh-CN" sz="1600" b="1" kern="100" dirty="0">
                <a:solidFill>
                  <a:schemeClr val="tx1"/>
                </a:solidFill>
                <a:effectLst/>
              </a:rPr>
              <a:t>(</a:t>
            </a:r>
            <a:r>
              <a:rPr lang="en-US" altLang="zh-CN" sz="1600" kern="100" dirty="0">
                <a:solidFill>
                  <a:schemeClr val="tx1"/>
                </a:solidFill>
                <a:effectLst/>
              </a:rPr>
              <a:t>Fahmy, 2022</a:t>
            </a:r>
            <a:r>
              <a:rPr lang="zh-CN" altLang="en-US" sz="1600" kern="100" dirty="0">
                <a:solidFill>
                  <a:schemeClr val="tx1"/>
                </a:solidFill>
                <a:effectLst/>
              </a:rPr>
              <a:t>；丁时杰等</a:t>
            </a:r>
            <a:r>
              <a:rPr lang="en-US" altLang="zh-CN" sz="1600" kern="100" dirty="0">
                <a:solidFill>
                  <a:schemeClr val="tx1"/>
                </a:solidFill>
                <a:effectLst/>
              </a:rPr>
              <a:t>, 2023)</a:t>
            </a:r>
            <a:r>
              <a:rPr lang="zh-CN" altLang="en-US" sz="1600" kern="100" dirty="0">
                <a:solidFill>
                  <a:schemeClr val="tx1"/>
                </a:solidFill>
                <a:effectLst/>
              </a:rPr>
              <a:t>。</a:t>
            </a:r>
            <a:endParaRPr lang="zh-CN" altLang="en-US" sz="1600" kern="100" dirty="0">
              <a:solidFill>
                <a:schemeClr val="tx1"/>
              </a:solidFill>
              <a:effectLst/>
            </a:endParaRPr>
          </a:p>
          <a:p>
            <a:pPr indent="0" algn="just" fontAlgn="auto">
              <a:lnSpc>
                <a:spcPct val="150000"/>
              </a:lnSpc>
              <a:spcBef>
                <a:spcPts val="300"/>
              </a:spcBef>
              <a:spcAft>
                <a:spcPts val="300"/>
              </a:spcAft>
            </a:pPr>
            <a:r>
              <a:rPr lang="en-US" altLang="zh-CN" sz="1600" kern="100" dirty="0">
                <a:solidFill>
                  <a:schemeClr val="tx1"/>
                </a:solidFill>
                <a:effectLst/>
              </a:rPr>
              <a:t>(2) </a:t>
            </a:r>
            <a:r>
              <a:rPr lang="zh-CN" altLang="en-US" sz="1600" b="1" kern="100" dirty="0">
                <a:solidFill>
                  <a:schemeClr val="tx1"/>
                </a:solidFill>
                <a:effectLst/>
              </a:rPr>
              <a:t>核心问题：</a:t>
            </a:r>
            <a:r>
              <a:rPr lang="zh-CN" altLang="en-US" sz="1600" kern="100" dirty="0">
                <a:solidFill>
                  <a:schemeClr val="tx1"/>
                </a:solidFill>
                <a:effectLst/>
              </a:rPr>
              <a:t>气候政策不确定性上升，</a:t>
            </a:r>
            <a:r>
              <a:rPr lang="zh-CN" altLang="en-US" sz="1600" b="1" kern="100" dirty="0">
                <a:solidFill>
                  <a:schemeClr val="tx1"/>
                </a:solidFill>
                <a:effectLst/>
              </a:rPr>
              <a:t>对金融市场稳定构成威胁</a:t>
            </a:r>
            <a:r>
              <a:rPr lang="en-US" altLang="zh-CN" sz="1600" kern="100" dirty="0">
                <a:solidFill>
                  <a:schemeClr val="tx1"/>
                </a:solidFill>
                <a:effectLst/>
              </a:rPr>
              <a:t>(Antoniuk</a:t>
            </a:r>
            <a:r>
              <a:rPr lang="zh-CN" altLang="en-US" sz="1600" kern="100" dirty="0">
                <a:solidFill>
                  <a:schemeClr val="tx1"/>
                </a:solidFill>
                <a:effectLst/>
              </a:rPr>
              <a:t>和</a:t>
            </a:r>
            <a:r>
              <a:rPr lang="en-US" altLang="zh-CN" sz="1600" kern="100" dirty="0">
                <a:solidFill>
                  <a:schemeClr val="tx1"/>
                </a:solidFill>
                <a:effectLst/>
              </a:rPr>
              <a:t>Leirvik</a:t>
            </a:r>
            <a:r>
              <a:rPr lang="zh-CN" altLang="en-US" sz="1600" kern="100" dirty="0">
                <a:solidFill>
                  <a:schemeClr val="tx1"/>
                </a:solidFill>
                <a:effectLst/>
              </a:rPr>
              <a:t>，</a:t>
            </a:r>
            <a:r>
              <a:rPr lang="en-US" altLang="zh-CN" sz="1600" kern="100" dirty="0">
                <a:solidFill>
                  <a:schemeClr val="tx1"/>
                </a:solidFill>
                <a:effectLst/>
              </a:rPr>
              <a:t>2021</a:t>
            </a:r>
            <a:r>
              <a:rPr lang="zh-CN" altLang="en-US" sz="1600" kern="100" dirty="0">
                <a:solidFill>
                  <a:schemeClr val="tx1"/>
                </a:solidFill>
                <a:effectLst/>
              </a:rPr>
              <a:t>；胡丽宁</a:t>
            </a:r>
            <a:r>
              <a:rPr lang="en-US" altLang="zh-CN" sz="1600" kern="100" dirty="0">
                <a:solidFill>
                  <a:schemeClr val="tx1"/>
                </a:solidFill>
                <a:effectLst/>
              </a:rPr>
              <a:t>,2024)</a:t>
            </a:r>
            <a:r>
              <a:rPr lang="zh-CN" altLang="en-US" sz="1600" kern="100" dirty="0">
                <a:solidFill>
                  <a:schemeClr val="tx1"/>
                </a:solidFill>
                <a:effectLst/>
              </a:rPr>
              <a:t>。</a:t>
            </a:r>
            <a:endParaRPr lang="zh-CN" altLang="en-US" sz="1600" kern="100" dirty="0">
              <a:solidFill>
                <a:schemeClr val="tx1"/>
              </a:solidFill>
              <a:effectLst/>
            </a:endParaRPr>
          </a:p>
          <a:p>
            <a:pPr indent="0" algn="just" fontAlgn="auto">
              <a:lnSpc>
                <a:spcPct val="150000"/>
              </a:lnSpc>
              <a:spcBef>
                <a:spcPts val="300"/>
              </a:spcBef>
              <a:spcAft>
                <a:spcPts val="300"/>
              </a:spcAft>
            </a:pPr>
            <a:r>
              <a:rPr lang="en-US" altLang="zh-CN" sz="1600" kern="100" dirty="0">
                <a:solidFill>
                  <a:schemeClr val="tx1"/>
                </a:solidFill>
                <a:effectLst/>
              </a:rPr>
              <a:t>(3) </a:t>
            </a:r>
            <a:r>
              <a:rPr lang="zh-CN" altLang="en-US" sz="1600" b="1" kern="100" dirty="0">
                <a:solidFill>
                  <a:schemeClr val="tx1"/>
                </a:solidFill>
                <a:effectLst/>
              </a:rPr>
              <a:t>研究必要性：</a:t>
            </a:r>
            <a:r>
              <a:rPr lang="zh-CN" altLang="en-US" sz="1600" kern="100" dirty="0">
                <a:solidFill>
                  <a:schemeClr val="tx1"/>
                </a:solidFill>
                <a:effectLst/>
              </a:rPr>
              <a:t>需要科学评估金融市场抵御气候政策不确定性冲击的能力。</a:t>
            </a:r>
            <a:endParaRPr lang="zh-CN" altLang="en-US" sz="1600" kern="100" dirty="0">
              <a:solidFill>
                <a:schemeClr val="tx1"/>
              </a:solidFill>
              <a:effectLst/>
            </a:endParaRPr>
          </a:p>
          <a:p>
            <a:pPr algn="just">
              <a:lnSpc>
                <a:spcPct val="150000"/>
              </a:lnSpc>
            </a:pPr>
            <a:endParaRPr lang="zh-CN" altLang="en-US" sz="1600" kern="100" dirty="0">
              <a:solidFill>
                <a:schemeClr val="tx1"/>
              </a:solidFill>
              <a:effectLst/>
            </a:endParaRPr>
          </a:p>
          <a:p>
            <a:pPr algn="just">
              <a:lnSpc>
                <a:spcPct val="150000"/>
              </a:lnSpc>
            </a:pPr>
            <a:endParaRPr lang="zh-CN" altLang="en-US" sz="1600" kern="100" dirty="0">
              <a:solidFill>
                <a:schemeClr val="tx1"/>
              </a:solidFill>
              <a:effectLst/>
            </a:endParaRPr>
          </a:p>
        </p:txBody>
      </p:sp>
      <p:sp>
        <p:nvSpPr>
          <p:cNvPr id="4" name="文本框 3"/>
          <p:cNvSpPr txBox="1"/>
          <p:nvPr>
            <p:custDataLst>
              <p:tags r:id="rId3"/>
            </p:custDataLst>
          </p:nvPr>
        </p:nvSpPr>
        <p:spPr>
          <a:xfrm>
            <a:off x="448310" y="1319530"/>
            <a:ext cx="8151495" cy="829945"/>
          </a:xfrm>
          <a:prstGeom prst="rect">
            <a:avLst/>
          </a:prstGeom>
          <a:noFill/>
        </p:spPr>
        <p:txBody>
          <a:bodyPr wrap="square">
            <a:normAutofit lnSpcReduction="10000"/>
          </a:bodyPr>
          <a:lstStyle/>
          <a:p>
            <a:r>
              <a:rPr lang="en-US" altLang="zh-CN" sz="1800" b="1" dirty="0">
                <a:solidFill>
                  <a:schemeClr val="tx1"/>
                </a:solidFill>
                <a:effectLst/>
                <a:cs typeface="Times New Roman" panose="02020603050405020304" pitchFamily="18" charset="0"/>
              </a:rPr>
              <a:t>      </a:t>
            </a:r>
            <a:r>
              <a:rPr lang="en-US" altLang="zh-CN" b="1" dirty="0">
                <a:solidFill>
                  <a:schemeClr val="tx1"/>
                </a:solidFill>
                <a:cs typeface="Times New Roman" panose="02020603050405020304" pitchFamily="18" charset="0"/>
              </a:rPr>
              <a:t>&gt;</a:t>
            </a:r>
            <a:r>
              <a:rPr lang="zh-CN" altLang="en-US" b="1" dirty="0">
                <a:solidFill>
                  <a:schemeClr val="tx1"/>
                </a:solidFill>
                <a:cs typeface="Times New Roman" panose="02020603050405020304" pitchFamily="18" charset="0"/>
              </a:rPr>
              <a:t> 研究主题</a:t>
            </a:r>
            <a:endParaRPr lang="en-US" altLang="zh-CN" b="1" dirty="0">
              <a:solidFill>
                <a:schemeClr val="tx1"/>
              </a:solidFill>
              <a:cs typeface="Times New Roman" panose="02020603050405020304" pitchFamily="18" charset="0"/>
            </a:endParaRPr>
          </a:p>
          <a:p>
            <a:pPr>
              <a:lnSpc>
                <a:spcPct val="150000"/>
              </a:lnSpc>
            </a:pPr>
            <a:r>
              <a:rPr lang="en-US" altLang="zh-CN" sz="1600" b="1" dirty="0">
                <a:solidFill>
                  <a:schemeClr val="tx1"/>
                </a:solidFill>
                <a:effectLst/>
                <a:cs typeface="Times New Roman" panose="02020603050405020304" pitchFamily="18" charset="0"/>
              </a:rPr>
              <a:t>      </a:t>
            </a:r>
            <a:r>
              <a:rPr lang="zh-CN" altLang="en-US" sz="2000" b="1" dirty="0">
                <a:solidFill>
                  <a:schemeClr val="tx1"/>
                </a:solidFill>
                <a:effectLst/>
                <a:cs typeface="Times New Roman" panose="02020603050405020304" pitchFamily="18" charset="0"/>
              </a:rPr>
              <a:t>气候政策不确定性冲击下金融市场韧性的度量、关联与预测研究</a:t>
            </a:r>
            <a:endParaRPr lang="zh-CN" altLang="en-US" sz="2000" b="1" dirty="0">
              <a:solidFill>
                <a:schemeClr val="tx1"/>
              </a:solidFill>
              <a:effectLst/>
              <a:cs typeface="Times New Roman" panose="02020603050405020304" pitchFamily="18" charset="0"/>
            </a:endParaRPr>
          </a:p>
        </p:txBody>
      </p:sp>
      <p:sp>
        <p:nvSpPr>
          <p:cNvPr id="3" name="文本框 2"/>
          <p:cNvSpPr txBox="1"/>
          <p:nvPr/>
        </p:nvSpPr>
        <p:spPr>
          <a:xfrm>
            <a:off x="586740" y="530225"/>
            <a:ext cx="6096000" cy="398780"/>
          </a:xfrm>
          <a:prstGeom prst="rect">
            <a:avLst/>
          </a:prstGeom>
          <a:noFill/>
        </p:spPr>
        <p:txBody>
          <a:bodyPr wrap="square" rtlCol="0" anchor="t">
            <a:spAutoFit/>
          </a:bodyPr>
          <a:p>
            <a:r>
              <a:rPr lang="en-US" altLang="zh-CN" sz="2000" b="1" dirty="0">
                <a:effectLst/>
                <a:cs typeface="Times New Roman" panose="02020603050405020304" pitchFamily="18" charset="0"/>
                <a:sym typeface="+mn-ea"/>
              </a:rPr>
              <a:t>  </a:t>
            </a:r>
            <a:r>
              <a:rPr lang="en-US" altLang="zh-CN" sz="2000" b="1" dirty="0">
                <a:cs typeface="Times New Roman" panose="02020603050405020304" pitchFamily="18" charset="0"/>
                <a:sym typeface="+mn-ea"/>
              </a:rPr>
              <a:t>&gt;</a:t>
            </a:r>
            <a:r>
              <a:rPr lang="zh-CN" altLang="en-US" sz="2000" b="1" dirty="0">
                <a:cs typeface="Times New Roman" panose="02020603050405020304" pitchFamily="18" charset="0"/>
                <a:sym typeface="+mn-ea"/>
              </a:rPr>
              <a:t> 研究主题</a:t>
            </a:r>
            <a:endParaRPr lang="zh-CN" altLang="en-US" sz="2000" b="1" dirty="0">
              <a:cs typeface="Times New Roman" panose="02020603050405020304" pitchFamily="18" charset="0"/>
              <a:sym typeface="+mn-ea"/>
            </a:endParaRPr>
          </a:p>
        </p:txBody>
      </p:sp>
    </p:spTree>
    <p:custDataLst>
      <p:tags r:id="rId4"/>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custDataLst>
              <p:tags r:id="rId1"/>
            </p:custDataLst>
          </p:nvPr>
        </p:nvSpPr>
        <p:spPr>
          <a:xfrm>
            <a:off x="9968230" y="530225"/>
            <a:ext cx="1047115" cy="368300"/>
          </a:xfrm>
          <a:prstGeom prst="rect">
            <a:avLst/>
          </a:prstGeom>
          <a:noFill/>
        </p:spPr>
        <p:txBody>
          <a:bodyPr wrap="square">
            <a:normAutofit fontScale="90000"/>
          </a:bodyPr>
          <a:lstStyle/>
          <a:p>
            <a:r>
              <a:rPr lang="zh-CN" altLang="en-US" b="1" dirty="0">
                <a:solidFill>
                  <a:schemeClr val="tx1"/>
                </a:solidFill>
                <a:cs typeface="Times New Roman" panose="02020603050405020304" pitchFamily="18" charset="0"/>
                <a:sym typeface="+mn-ea"/>
              </a:rPr>
              <a:t>已有研究</a:t>
            </a:r>
            <a:endParaRPr lang="zh-CN" altLang="en-US" sz="1800" b="1" dirty="0">
              <a:solidFill>
                <a:schemeClr val="tx1"/>
              </a:solidFill>
              <a:cs typeface="Times New Roman" panose="02020603050405020304" pitchFamily="18" charset="0"/>
              <a:sym typeface="+mn-ea"/>
            </a:endParaRPr>
          </a:p>
        </p:txBody>
      </p:sp>
      <p:sp>
        <p:nvSpPr>
          <p:cNvPr id="4" name="文本框 3"/>
          <p:cNvSpPr txBox="1"/>
          <p:nvPr>
            <p:custDataLst>
              <p:tags r:id="rId2"/>
            </p:custDataLst>
          </p:nvPr>
        </p:nvSpPr>
        <p:spPr>
          <a:xfrm>
            <a:off x="311150" y="1148715"/>
            <a:ext cx="9543415" cy="5400675"/>
          </a:xfrm>
          <a:prstGeom prst="rect">
            <a:avLst/>
          </a:prstGeom>
          <a:noFill/>
        </p:spPr>
        <p:txBody>
          <a:bodyPr wrap="square">
            <a:noAutofit/>
          </a:bodyPr>
          <a:lstStyle/>
          <a:p>
            <a:r>
              <a:rPr lang="en-US" altLang="zh-CN" sz="1600" b="1" dirty="0">
                <a:solidFill>
                  <a:schemeClr val="tx1"/>
                </a:solidFill>
                <a:effectLst/>
                <a:cs typeface="Times New Roman" panose="02020603050405020304" pitchFamily="18" charset="0"/>
              </a:rPr>
              <a:t>  </a:t>
            </a:r>
            <a:endParaRPr lang="zh-CN" altLang="en-US" sz="1600" b="1" dirty="0">
              <a:solidFill>
                <a:schemeClr val="tx1"/>
              </a:solidFill>
              <a:effectLst/>
              <a:cs typeface="Times New Roman" panose="02020603050405020304" pitchFamily="18" charset="0"/>
            </a:endParaRPr>
          </a:p>
          <a:p>
            <a:pPr indent="457200" fontAlgn="auto">
              <a:lnSpc>
                <a:spcPct val="150000"/>
              </a:lnSpc>
              <a:spcBef>
                <a:spcPts val="600"/>
              </a:spcBef>
            </a:pPr>
            <a:r>
              <a:rPr lang="zh-CN" altLang="en-US" sz="1600" dirty="0">
                <a:solidFill>
                  <a:schemeClr val="tx1"/>
                </a:solidFill>
                <a:effectLst/>
                <a:cs typeface="Times New Roman" panose="02020603050405020304" pitchFamily="18" charset="0"/>
              </a:rPr>
              <a:t>借鉴物理学中的韧性概念，韧性一般包含</a:t>
            </a:r>
            <a:r>
              <a:rPr lang="zh-CN" altLang="en-US" sz="1600" b="1" dirty="0">
                <a:solidFill>
                  <a:schemeClr val="tx1"/>
                </a:solidFill>
                <a:effectLst/>
                <a:cs typeface="Times New Roman" panose="02020603050405020304" pitchFamily="18" charset="0"/>
              </a:rPr>
              <a:t>吸收冲击的能力</a:t>
            </a:r>
            <a:r>
              <a:rPr lang="zh-CN" altLang="en-US" sz="1600" dirty="0">
                <a:solidFill>
                  <a:schemeClr val="tx1"/>
                </a:solidFill>
                <a:effectLst/>
                <a:cs typeface="Times New Roman" panose="02020603050405020304" pitchFamily="18" charset="0"/>
              </a:rPr>
              <a:t>以及</a:t>
            </a:r>
            <a:r>
              <a:rPr lang="zh-CN" altLang="en-US" sz="1600" b="1" dirty="0">
                <a:solidFill>
                  <a:schemeClr val="tx1"/>
                </a:solidFill>
                <a:effectLst/>
                <a:cs typeface="Times New Roman" panose="02020603050405020304" pitchFamily="18" charset="0"/>
              </a:rPr>
              <a:t>返回市场原有状态的能力</a:t>
            </a:r>
            <a:r>
              <a:rPr lang="zh-CN" altLang="en-US" sz="1600" dirty="0">
                <a:solidFill>
                  <a:schemeClr val="tx1"/>
                </a:solidFill>
                <a:effectLst/>
                <a:cs typeface="Times New Roman" panose="02020603050405020304" pitchFamily="18" charset="0"/>
              </a:rPr>
              <a:t>。</a:t>
            </a:r>
            <a:endParaRPr lang="zh-CN" altLang="en-US" sz="1600" dirty="0">
              <a:solidFill>
                <a:schemeClr val="tx1"/>
              </a:solidFill>
              <a:effectLst/>
              <a:cs typeface="Times New Roman" panose="02020603050405020304" pitchFamily="18" charset="0"/>
            </a:endParaRPr>
          </a:p>
          <a:p>
            <a:pPr indent="457200" fontAlgn="auto">
              <a:lnSpc>
                <a:spcPct val="150000"/>
              </a:lnSpc>
              <a:spcBef>
                <a:spcPts val="600"/>
              </a:spcBef>
            </a:pPr>
            <a:r>
              <a:rPr lang="en-US" altLang="zh-CN" sz="1600" b="1" dirty="0">
                <a:solidFill>
                  <a:schemeClr val="tx1"/>
                </a:solidFill>
                <a:effectLst/>
                <a:cs typeface="Times New Roman" panose="02020603050405020304" pitchFamily="18" charset="0"/>
              </a:rPr>
              <a:t>1.</a:t>
            </a:r>
            <a:r>
              <a:rPr lang="zh-CN" altLang="en-US" sz="1600" b="1" dirty="0">
                <a:solidFill>
                  <a:schemeClr val="tx1"/>
                </a:solidFill>
                <a:effectLst/>
                <a:cs typeface="Times New Roman" panose="02020603050405020304" pitchFamily="18" charset="0"/>
              </a:rPr>
              <a:t>金融市场韧性测度方法</a:t>
            </a:r>
            <a:r>
              <a:rPr lang="en-US" altLang="zh-CN" sz="1600" b="1" dirty="0">
                <a:solidFill>
                  <a:schemeClr val="tx1"/>
                </a:solidFill>
                <a:effectLst/>
                <a:cs typeface="Times New Roman" panose="02020603050405020304" pitchFamily="18" charset="0"/>
              </a:rPr>
              <a:t>:</a:t>
            </a:r>
            <a:endParaRPr lang="zh-CN" altLang="en-US" sz="1600" b="1" dirty="0">
              <a:solidFill>
                <a:schemeClr val="tx1"/>
              </a:solidFill>
              <a:effectLst/>
              <a:cs typeface="Times New Roman" panose="02020603050405020304" pitchFamily="18" charset="0"/>
            </a:endParaRPr>
          </a:p>
          <a:p>
            <a:pPr marL="457200" lvl="1" indent="457200" fontAlgn="auto">
              <a:lnSpc>
                <a:spcPct val="150000"/>
              </a:lnSpc>
            </a:pPr>
            <a:r>
              <a:rPr lang="en-US" altLang="en-US" sz="1600" b="1" dirty="0">
                <a:effectLst/>
                <a:cs typeface="Times New Roman" panose="02020603050405020304" pitchFamily="18" charset="0"/>
                <a:sym typeface="+mn-ea"/>
              </a:rPr>
              <a:t>① </a:t>
            </a:r>
            <a:r>
              <a:rPr lang="zh-CN" altLang="en-US" sz="1600" b="1" dirty="0">
                <a:solidFill>
                  <a:schemeClr val="tx1"/>
                </a:solidFill>
                <a:effectLst/>
                <a:cs typeface="Times New Roman" panose="02020603050405020304" pitchFamily="18" charset="0"/>
              </a:rPr>
              <a:t>压力测试法</a:t>
            </a:r>
            <a:r>
              <a:rPr lang="en-US" altLang="zh-CN" sz="1600" dirty="0">
                <a:solidFill>
                  <a:schemeClr val="tx1"/>
                </a:solidFill>
                <a:effectLst/>
                <a:cs typeface="Times New Roman" panose="02020603050405020304" pitchFamily="18" charset="0"/>
              </a:rPr>
              <a:t>(Baranova</a:t>
            </a:r>
            <a:r>
              <a:rPr lang="zh-CN" altLang="en-US" sz="1600" dirty="0">
                <a:solidFill>
                  <a:schemeClr val="tx1"/>
                </a:solidFill>
                <a:effectLst/>
                <a:cs typeface="Times New Roman" panose="02020603050405020304" pitchFamily="18" charset="0"/>
              </a:rPr>
              <a:t>等，</a:t>
            </a:r>
            <a:r>
              <a:rPr lang="en-US" altLang="zh-CN" sz="1600" dirty="0">
                <a:solidFill>
                  <a:schemeClr val="tx1"/>
                </a:solidFill>
                <a:effectLst/>
                <a:cs typeface="Times New Roman" panose="02020603050405020304" pitchFamily="18" charset="0"/>
              </a:rPr>
              <a:t>2017</a:t>
            </a:r>
            <a:r>
              <a:rPr lang="zh-CN" altLang="en-US" sz="1600" dirty="0">
                <a:solidFill>
                  <a:schemeClr val="tx1"/>
                </a:solidFill>
                <a:effectLst/>
                <a:cs typeface="Times New Roman" panose="02020603050405020304" pitchFamily="18" charset="0"/>
              </a:rPr>
              <a:t>等</a:t>
            </a:r>
            <a:r>
              <a:rPr lang="en-US" altLang="zh-CN" sz="1600" dirty="0">
                <a:solidFill>
                  <a:schemeClr val="tx1"/>
                </a:solidFill>
                <a:effectLst/>
                <a:cs typeface="Times New Roman" panose="02020603050405020304" pitchFamily="18" charset="0"/>
              </a:rPr>
              <a:t>).</a:t>
            </a:r>
            <a:endParaRPr lang="en-US" altLang="zh-CN" sz="1600" dirty="0">
              <a:solidFill>
                <a:schemeClr val="tx1"/>
              </a:solidFill>
              <a:effectLst/>
              <a:cs typeface="Times New Roman" panose="02020603050405020304" pitchFamily="18" charset="0"/>
            </a:endParaRPr>
          </a:p>
          <a:p>
            <a:pPr marL="457200" lvl="1" indent="457200" fontAlgn="auto">
              <a:lnSpc>
                <a:spcPct val="150000"/>
              </a:lnSpc>
            </a:pPr>
            <a:r>
              <a:rPr lang="en-US" altLang="en-US" sz="1600" b="1" dirty="0">
                <a:effectLst/>
                <a:cs typeface="Times New Roman" panose="02020603050405020304" pitchFamily="18" charset="0"/>
                <a:sym typeface="+mn-ea"/>
              </a:rPr>
              <a:t>② </a:t>
            </a:r>
            <a:r>
              <a:rPr lang="zh-CN" altLang="en-US" sz="1600" b="1" dirty="0">
                <a:solidFill>
                  <a:schemeClr val="tx1"/>
                </a:solidFill>
                <a:effectLst/>
                <a:cs typeface="Times New Roman" panose="02020603050405020304" pitchFamily="18" charset="0"/>
              </a:rPr>
              <a:t>综合指标分析法</a:t>
            </a:r>
            <a:r>
              <a:rPr lang="en-US" altLang="zh-CN" sz="1600" dirty="0">
                <a:solidFill>
                  <a:schemeClr val="tx1"/>
                </a:solidFill>
                <a:effectLst/>
                <a:cs typeface="Times New Roman" panose="02020603050405020304" pitchFamily="18" charset="0"/>
              </a:rPr>
              <a:t>(</a:t>
            </a:r>
            <a:r>
              <a:rPr lang="zh-CN" altLang="en-US" sz="1600" dirty="0">
                <a:solidFill>
                  <a:schemeClr val="tx1"/>
                </a:solidFill>
                <a:effectLst/>
                <a:cs typeface="Times New Roman" panose="02020603050405020304" pitchFamily="18" charset="0"/>
              </a:rPr>
              <a:t>潘敏等，</a:t>
            </a:r>
            <a:r>
              <a:rPr lang="en-US" altLang="zh-CN" sz="1600" dirty="0">
                <a:solidFill>
                  <a:schemeClr val="tx1"/>
                </a:solidFill>
                <a:effectLst/>
                <a:cs typeface="Times New Roman" panose="02020603050405020304" pitchFamily="18" charset="0"/>
              </a:rPr>
              <a:t>2023</a:t>
            </a:r>
            <a:r>
              <a:rPr lang="zh-CN" altLang="en-US" sz="1600" dirty="0">
                <a:solidFill>
                  <a:schemeClr val="tx1"/>
                </a:solidFill>
                <a:effectLst/>
                <a:cs typeface="Times New Roman" panose="02020603050405020304" pitchFamily="18" charset="0"/>
              </a:rPr>
              <a:t>等</a:t>
            </a:r>
            <a:r>
              <a:rPr lang="en-US" altLang="zh-CN" sz="1600" dirty="0">
                <a:solidFill>
                  <a:schemeClr val="tx1"/>
                </a:solidFill>
                <a:effectLst/>
                <a:cs typeface="Times New Roman" panose="02020603050405020304" pitchFamily="18" charset="0"/>
              </a:rPr>
              <a:t>).</a:t>
            </a:r>
            <a:endParaRPr lang="en-US" altLang="zh-CN" sz="1600" dirty="0">
              <a:solidFill>
                <a:schemeClr val="tx1"/>
              </a:solidFill>
              <a:effectLst/>
              <a:cs typeface="Times New Roman" panose="02020603050405020304" pitchFamily="18" charset="0"/>
            </a:endParaRPr>
          </a:p>
          <a:p>
            <a:pPr marL="457200" lvl="1" indent="457200" fontAlgn="auto">
              <a:lnSpc>
                <a:spcPct val="150000"/>
              </a:lnSpc>
            </a:pPr>
            <a:r>
              <a:rPr lang="en-US" altLang="en-US" sz="1600" b="1" dirty="0">
                <a:effectLst/>
                <a:cs typeface="Times New Roman" panose="02020603050405020304" pitchFamily="18" charset="0"/>
                <a:sym typeface="+mn-ea"/>
              </a:rPr>
              <a:t>③ </a:t>
            </a:r>
            <a:r>
              <a:rPr lang="zh-CN" altLang="en-US" sz="1600" b="1" dirty="0">
                <a:solidFill>
                  <a:schemeClr val="tx1"/>
                </a:solidFill>
                <a:effectLst/>
                <a:cs typeface="Times New Roman" panose="02020603050405020304" pitchFamily="18" charset="0"/>
              </a:rPr>
              <a:t>经济与统计模型</a:t>
            </a:r>
            <a:r>
              <a:rPr lang="en-US" altLang="zh-CN" sz="1600" dirty="0">
                <a:solidFill>
                  <a:schemeClr val="tx1"/>
                </a:solidFill>
                <a:effectLst/>
                <a:cs typeface="Times New Roman" panose="02020603050405020304" pitchFamily="18" charset="0"/>
              </a:rPr>
              <a:t>(</a:t>
            </a:r>
            <a:r>
              <a:rPr lang="zh-CN" altLang="en-US" sz="1600" dirty="0">
                <a:solidFill>
                  <a:schemeClr val="tx1"/>
                </a:solidFill>
                <a:effectLst/>
                <a:cs typeface="Times New Roman" panose="02020603050405020304" pitchFamily="18" charset="0"/>
              </a:rPr>
              <a:t>刘晓星等，</a:t>
            </a:r>
            <a:r>
              <a:rPr lang="en-US" altLang="zh-CN" sz="1600" dirty="0">
                <a:solidFill>
                  <a:schemeClr val="tx1"/>
                </a:solidFill>
                <a:effectLst/>
                <a:cs typeface="Times New Roman" panose="02020603050405020304" pitchFamily="18" charset="0"/>
              </a:rPr>
              <a:t>2021</a:t>
            </a:r>
            <a:r>
              <a:rPr lang="zh-CN" altLang="en-US" sz="1600" dirty="0">
                <a:solidFill>
                  <a:schemeClr val="tx1"/>
                </a:solidFill>
                <a:effectLst/>
                <a:cs typeface="Times New Roman" panose="02020603050405020304" pitchFamily="18" charset="0"/>
              </a:rPr>
              <a:t>；陈雨恬等，</a:t>
            </a:r>
            <a:r>
              <a:rPr lang="en-US" altLang="zh-CN" sz="1600" dirty="0">
                <a:solidFill>
                  <a:schemeClr val="tx1"/>
                </a:solidFill>
                <a:effectLst/>
                <a:cs typeface="Times New Roman" panose="02020603050405020304" pitchFamily="18" charset="0"/>
              </a:rPr>
              <a:t>2024</a:t>
            </a:r>
            <a:r>
              <a:rPr lang="zh-CN" altLang="en-US" sz="1600" dirty="0">
                <a:solidFill>
                  <a:schemeClr val="tx1"/>
                </a:solidFill>
                <a:effectLst/>
                <a:cs typeface="Times New Roman" panose="02020603050405020304" pitchFamily="18" charset="0"/>
              </a:rPr>
              <a:t>；</a:t>
            </a:r>
            <a:r>
              <a:rPr lang="en-US" altLang="zh-CN" sz="1600" dirty="0">
                <a:solidFill>
                  <a:schemeClr val="tx1"/>
                </a:solidFill>
                <a:effectLst/>
                <a:cs typeface="Times New Roman" panose="02020603050405020304" pitchFamily="18" charset="0"/>
              </a:rPr>
              <a:t>Chen </a:t>
            </a:r>
            <a:r>
              <a:rPr lang="zh-CN" altLang="en-US" sz="1600" dirty="0">
                <a:solidFill>
                  <a:schemeClr val="tx1"/>
                </a:solidFill>
                <a:effectLst/>
                <a:cs typeface="Times New Roman" panose="02020603050405020304" pitchFamily="18" charset="0"/>
              </a:rPr>
              <a:t>等，</a:t>
            </a:r>
            <a:r>
              <a:rPr lang="en-US" altLang="zh-CN" sz="1600" dirty="0">
                <a:solidFill>
                  <a:schemeClr val="tx1"/>
                </a:solidFill>
                <a:effectLst/>
                <a:cs typeface="Times New Roman" panose="02020603050405020304" pitchFamily="18" charset="0"/>
              </a:rPr>
              <a:t>2025)</a:t>
            </a:r>
            <a:r>
              <a:rPr lang="zh-CN" altLang="en-US" sz="1600" dirty="0">
                <a:solidFill>
                  <a:schemeClr val="tx1"/>
                </a:solidFill>
                <a:effectLst/>
                <a:cs typeface="Times New Roman" panose="02020603050405020304" pitchFamily="18" charset="0"/>
              </a:rPr>
              <a:t>，通过</a:t>
            </a:r>
            <a:r>
              <a:rPr lang="en-US" altLang="zh-CN" sz="1600" b="1" dirty="0">
                <a:solidFill>
                  <a:schemeClr val="tx1"/>
                </a:solidFill>
                <a:effectLst/>
                <a:cs typeface="Times New Roman" panose="02020603050405020304" pitchFamily="18" charset="0"/>
              </a:rPr>
              <a:t>VIX</a:t>
            </a:r>
            <a:r>
              <a:rPr lang="zh-CN" altLang="en-US" sz="1600" dirty="0">
                <a:solidFill>
                  <a:schemeClr val="tx1"/>
                </a:solidFill>
                <a:effectLst/>
                <a:cs typeface="Times New Roman" panose="02020603050405020304" pitchFamily="18" charset="0"/>
              </a:rPr>
              <a:t>作为外</a:t>
            </a:r>
            <a:endParaRPr lang="zh-CN" altLang="en-US" sz="1600" dirty="0">
              <a:solidFill>
                <a:schemeClr val="tx1"/>
              </a:solidFill>
              <a:effectLst/>
              <a:cs typeface="Times New Roman" panose="02020603050405020304" pitchFamily="18" charset="0"/>
            </a:endParaRPr>
          </a:p>
          <a:p>
            <a:pPr marL="457200" lvl="1" indent="457200" fontAlgn="auto">
              <a:lnSpc>
                <a:spcPct val="150000"/>
              </a:lnSpc>
            </a:pPr>
            <a:r>
              <a:rPr lang="zh-CN" altLang="en-US" sz="1600" dirty="0">
                <a:solidFill>
                  <a:schemeClr val="tx1"/>
                </a:solidFill>
                <a:effectLst/>
                <a:cs typeface="Times New Roman" panose="02020603050405020304" pitchFamily="18" charset="0"/>
              </a:rPr>
              <a:t>生冲击并利用脉冲响应函数从</a:t>
            </a:r>
            <a:r>
              <a:rPr lang="zh-CN" altLang="en-US" sz="1600" b="1" dirty="0">
                <a:solidFill>
                  <a:schemeClr val="tx1"/>
                </a:solidFill>
                <a:effectLst/>
                <a:cs typeface="Times New Roman" panose="02020603050405020304" pitchFamily="18" charset="0"/>
              </a:rPr>
              <a:t>风险吸收程度</a:t>
            </a:r>
            <a:r>
              <a:rPr lang="zh-CN" altLang="en-US" sz="1600" dirty="0">
                <a:solidFill>
                  <a:schemeClr val="tx1"/>
                </a:solidFill>
                <a:effectLst/>
                <a:cs typeface="Times New Roman" panose="02020603050405020304" pitchFamily="18" charset="0"/>
              </a:rPr>
              <a:t>与</a:t>
            </a:r>
            <a:r>
              <a:rPr lang="zh-CN" altLang="en-US" sz="1600" b="1" dirty="0">
                <a:solidFill>
                  <a:schemeClr val="tx1"/>
                </a:solidFill>
                <a:effectLst/>
                <a:cs typeface="Times New Roman" panose="02020603050405020304" pitchFamily="18" charset="0"/>
              </a:rPr>
              <a:t>恢复速度</a:t>
            </a:r>
            <a:r>
              <a:rPr lang="zh-CN" altLang="en-US" sz="1600" dirty="0">
                <a:solidFill>
                  <a:schemeClr val="tx1"/>
                </a:solidFill>
                <a:effectLst/>
                <a:cs typeface="Times New Roman" panose="02020603050405020304" pitchFamily="18" charset="0"/>
              </a:rPr>
              <a:t>两个维度量化韧性，刻画更为全面。</a:t>
            </a:r>
            <a:endParaRPr lang="zh-CN" altLang="en-US" sz="1600" dirty="0">
              <a:solidFill>
                <a:schemeClr val="tx1"/>
              </a:solidFill>
              <a:effectLst/>
              <a:cs typeface="Times New Roman" panose="02020603050405020304" pitchFamily="18" charset="0"/>
            </a:endParaRPr>
          </a:p>
          <a:p>
            <a:pPr indent="457200" fontAlgn="auto">
              <a:lnSpc>
                <a:spcPct val="150000"/>
              </a:lnSpc>
              <a:spcBef>
                <a:spcPts val="600"/>
              </a:spcBef>
            </a:pPr>
            <a:r>
              <a:rPr lang="en-US" altLang="zh-CN" sz="1600" b="1" dirty="0">
                <a:effectLst/>
                <a:cs typeface="Times New Roman" panose="02020603050405020304" pitchFamily="18" charset="0"/>
                <a:sym typeface="+mn-ea"/>
              </a:rPr>
              <a:t>2.</a:t>
            </a:r>
            <a:r>
              <a:rPr lang="zh-CN" altLang="en-US" sz="1600" b="1" dirty="0">
                <a:effectLst/>
                <a:cs typeface="Times New Roman" panose="02020603050405020304" pitchFamily="18" charset="0"/>
                <a:sym typeface="+mn-ea"/>
              </a:rPr>
              <a:t>金融市场韧性的分析</a:t>
            </a:r>
            <a:r>
              <a:rPr lang="en-US" altLang="zh-CN" sz="1600" b="1" dirty="0">
                <a:effectLst/>
                <a:cs typeface="Times New Roman" panose="02020603050405020304" pitchFamily="18" charset="0"/>
                <a:sym typeface="+mn-ea"/>
              </a:rPr>
              <a:t>:</a:t>
            </a:r>
            <a:endParaRPr lang="zh-CN" altLang="en-US" sz="1600" b="1" dirty="0">
              <a:solidFill>
                <a:schemeClr val="tx1"/>
              </a:solidFill>
              <a:effectLst/>
              <a:cs typeface="Times New Roman" panose="02020603050405020304" pitchFamily="18" charset="0"/>
            </a:endParaRPr>
          </a:p>
          <a:p>
            <a:pPr marL="457200" lvl="1" indent="457200" fontAlgn="auto">
              <a:lnSpc>
                <a:spcPct val="150000"/>
              </a:lnSpc>
            </a:pPr>
            <a:r>
              <a:rPr lang="en-US" altLang="en-US" sz="1600" b="1" dirty="0">
                <a:effectLst/>
                <a:cs typeface="Times New Roman" panose="02020603050405020304" pitchFamily="18" charset="0"/>
                <a:sym typeface="+mn-ea"/>
              </a:rPr>
              <a:t>① </a:t>
            </a:r>
            <a:r>
              <a:rPr lang="zh-CN" altLang="en-US" sz="1600" b="1" dirty="0">
                <a:effectLst/>
                <a:cs typeface="Times New Roman" panose="02020603050405020304" pitchFamily="18" charset="0"/>
                <a:sym typeface="+mn-ea"/>
              </a:rPr>
              <a:t>韧性关联性研究</a:t>
            </a:r>
            <a:r>
              <a:rPr lang="zh-CN" altLang="en-US" sz="1600" dirty="0">
                <a:effectLst/>
                <a:cs typeface="Times New Roman" panose="02020603050405020304" pitchFamily="18" charset="0"/>
                <a:sym typeface="+mn-ea"/>
              </a:rPr>
              <a:t>：如刘晓星等基于</a:t>
            </a:r>
            <a:r>
              <a:rPr lang="en-US" altLang="zh-CN" sz="1600" dirty="0">
                <a:effectLst/>
                <a:cs typeface="Times New Roman" panose="02020603050405020304" pitchFamily="18" charset="0"/>
                <a:sym typeface="+mn-ea"/>
              </a:rPr>
              <a:t>DY</a:t>
            </a:r>
            <a:r>
              <a:rPr lang="zh-CN" altLang="en-US" sz="1600" dirty="0">
                <a:effectLst/>
                <a:cs typeface="Times New Roman" panose="02020603050405020304" pitchFamily="18" charset="0"/>
                <a:sym typeface="+mn-ea"/>
              </a:rPr>
              <a:t>方法构建的韧性关联网络</a:t>
            </a:r>
            <a:r>
              <a:rPr lang="en-US" altLang="zh-CN" sz="1600" dirty="0">
                <a:effectLst/>
                <a:cs typeface="Times New Roman" panose="02020603050405020304" pitchFamily="18" charset="0"/>
                <a:sym typeface="+mn-ea"/>
              </a:rPr>
              <a:t>(</a:t>
            </a:r>
            <a:r>
              <a:rPr lang="zh-CN" altLang="en-US" sz="1600" dirty="0">
                <a:effectLst/>
                <a:cs typeface="Times New Roman" panose="02020603050405020304" pitchFamily="18" charset="0"/>
                <a:sym typeface="+mn-ea"/>
              </a:rPr>
              <a:t>汤淳和刘晓星，</a:t>
            </a:r>
            <a:r>
              <a:rPr lang="en-US" altLang="zh-CN" sz="1600" dirty="0">
                <a:effectLst/>
                <a:cs typeface="Times New Roman" panose="02020603050405020304" pitchFamily="18" charset="0"/>
                <a:sym typeface="+mn-ea"/>
              </a:rPr>
              <a:t>2022</a:t>
            </a:r>
            <a:r>
              <a:rPr lang="zh-CN" altLang="en-US" sz="1600" dirty="0">
                <a:effectLst/>
                <a:cs typeface="Times New Roman" panose="02020603050405020304" pitchFamily="18" charset="0"/>
                <a:sym typeface="+mn-ea"/>
              </a:rPr>
              <a:t>；</a:t>
            </a:r>
            <a:r>
              <a:rPr lang="en-US" altLang="zh-CN" sz="1600" dirty="0">
                <a:effectLst/>
                <a:cs typeface="Times New Roman" panose="02020603050405020304" pitchFamily="18" charset="0"/>
                <a:sym typeface="+mn-ea"/>
              </a:rPr>
              <a:t>Tang</a:t>
            </a:r>
            <a:r>
              <a:rPr lang="zh-CN" altLang="en-US" sz="1600" dirty="0">
                <a:effectLst/>
                <a:cs typeface="Times New Roman" panose="02020603050405020304" pitchFamily="18" charset="0"/>
                <a:sym typeface="+mn-ea"/>
              </a:rPr>
              <a:t>等，</a:t>
            </a:r>
            <a:r>
              <a:rPr lang="en-US" altLang="zh-CN" sz="1600" dirty="0">
                <a:effectLst/>
                <a:cs typeface="Times New Roman" panose="02020603050405020304" pitchFamily="18" charset="0"/>
                <a:sym typeface="+mn-ea"/>
              </a:rPr>
              <a:t>2024)</a:t>
            </a:r>
            <a:r>
              <a:rPr lang="zh-CN" altLang="en-US" sz="1600" dirty="0">
                <a:effectLst/>
                <a:cs typeface="Times New Roman" panose="02020603050405020304" pitchFamily="18" charset="0"/>
                <a:sym typeface="+mn-ea"/>
              </a:rPr>
              <a:t>。</a:t>
            </a:r>
            <a:endParaRPr lang="zh-CN" altLang="en-US" sz="1600" dirty="0">
              <a:effectLst/>
              <a:cs typeface="Times New Roman" panose="02020603050405020304" pitchFamily="18" charset="0"/>
              <a:sym typeface="+mn-ea"/>
            </a:endParaRPr>
          </a:p>
          <a:p>
            <a:pPr marL="457200" lvl="1" indent="457200" fontAlgn="auto">
              <a:lnSpc>
                <a:spcPct val="150000"/>
              </a:lnSpc>
            </a:pPr>
            <a:r>
              <a:rPr lang="en-US" altLang="en-US" sz="1600" b="1" dirty="0">
                <a:effectLst/>
                <a:cs typeface="Times New Roman" panose="02020603050405020304" pitchFamily="18" charset="0"/>
                <a:sym typeface="+mn-ea"/>
              </a:rPr>
              <a:t>② </a:t>
            </a:r>
            <a:r>
              <a:rPr lang="zh-CN" altLang="en-US" sz="1600" b="1" dirty="0">
                <a:effectLst/>
                <a:cs typeface="Times New Roman" panose="02020603050405020304" pitchFamily="18" charset="0"/>
                <a:sym typeface="+mn-ea"/>
              </a:rPr>
              <a:t>韧性影响因素。</a:t>
            </a:r>
            <a:r>
              <a:rPr lang="zh-CN" altLang="en-US" sz="1600" dirty="0">
                <a:effectLst/>
                <a:cs typeface="Times New Roman" panose="02020603050405020304" pitchFamily="18" charset="0"/>
                <a:sym typeface="+mn-ea"/>
              </a:rPr>
              <a:t>如陈雨恬和杨子辉关于市场预期的研究</a:t>
            </a:r>
            <a:r>
              <a:rPr lang="en-US" altLang="zh-CN" sz="1600" dirty="0">
                <a:effectLst/>
                <a:cs typeface="Times New Roman" panose="02020603050405020304" pitchFamily="18" charset="0"/>
                <a:sym typeface="+mn-ea"/>
              </a:rPr>
              <a:t>(</a:t>
            </a:r>
            <a:r>
              <a:rPr lang="zh-CN" altLang="en-US" sz="1600" dirty="0">
                <a:effectLst/>
                <a:cs typeface="Times New Roman" panose="02020603050405020304" pitchFamily="18" charset="0"/>
                <a:sym typeface="+mn-ea"/>
              </a:rPr>
              <a:t>陈雨恬等，</a:t>
            </a:r>
            <a:r>
              <a:rPr lang="en-US" altLang="zh-CN" sz="1600" dirty="0">
                <a:effectLst/>
                <a:cs typeface="Times New Roman" panose="02020603050405020304" pitchFamily="18" charset="0"/>
                <a:sym typeface="+mn-ea"/>
              </a:rPr>
              <a:t>2024)</a:t>
            </a:r>
            <a:r>
              <a:rPr lang="zh-CN" altLang="en-US" sz="1600" dirty="0">
                <a:effectLst/>
                <a:cs typeface="Times New Roman" panose="02020603050405020304" pitchFamily="18" charset="0"/>
                <a:sym typeface="+mn-ea"/>
              </a:rPr>
              <a:t>。</a:t>
            </a:r>
            <a:endParaRPr lang="zh-CN" altLang="en-US" sz="1600" b="1" dirty="0">
              <a:solidFill>
                <a:schemeClr val="tx1"/>
              </a:solidFill>
              <a:effectLst/>
              <a:cs typeface="Times New Roman" panose="02020603050405020304" pitchFamily="18" charset="0"/>
              <a:sym typeface="+mn-ea"/>
            </a:endParaRPr>
          </a:p>
        </p:txBody>
      </p:sp>
      <p:sp>
        <p:nvSpPr>
          <p:cNvPr id="3" name="文本框 2"/>
          <p:cNvSpPr txBox="1"/>
          <p:nvPr/>
        </p:nvSpPr>
        <p:spPr>
          <a:xfrm>
            <a:off x="471170" y="499745"/>
            <a:ext cx="6986905" cy="398780"/>
          </a:xfrm>
          <a:prstGeom prst="rect">
            <a:avLst/>
          </a:prstGeom>
          <a:noFill/>
        </p:spPr>
        <p:txBody>
          <a:bodyPr wrap="square" rtlCol="0" anchor="t">
            <a:spAutoFit/>
          </a:bodyPr>
          <a:p>
            <a:r>
              <a:rPr lang="en-US" altLang="zh-CN" b="1" dirty="0">
                <a:effectLst/>
                <a:cs typeface="Times New Roman" panose="02020603050405020304" pitchFamily="18" charset="0"/>
                <a:sym typeface="+mn-ea"/>
              </a:rPr>
              <a:t>    </a:t>
            </a:r>
            <a:r>
              <a:rPr lang="en-US" altLang="zh-CN" sz="2000" b="1" dirty="0">
                <a:cs typeface="Times New Roman" panose="02020603050405020304" pitchFamily="18" charset="0"/>
                <a:sym typeface="+mn-ea"/>
              </a:rPr>
              <a:t>&gt;</a:t>
            </a:r>
            <a:r>
              <a:rPr lang="zh-CN" altLang="en-US" sz="2000" b="1" dirty="0">
                <a:cs typeface="Times New Roman" panose="02020603050405020304" pitchFamily="18" charset="0"/>
                <a:sym typeface="+mn-ea"/>
              </a:rPr>
              <a:t> 如何量化</a:t>
            </a:r>
            <a:r>
              <a:rPr lang="zh-CN" altLang="en-US" sz="2000" b="1" kern="100" dirty="0">
                <a:effectLst/>
                <a:sym typeface="+mn-ea"/>
              </a:rPr>
              <a:t>金融市场抵御气候政策不确定性冲击的能力</a:t>
            </a:r>
            <a:r>
              <a:rPr lang="zh-CN" altLang="en-US" sz="2000" b="1" dirty="0">
                <a:cs typeface="Times New Roman" panose="02020603050405020304" pitchFamily="18" charset="0"/>
                <a:sym typeface="+mn-ea"/>
              </a:rPr>
              <a:t>？</a:t>
            </a:r>
            <a:endParaRPr lang="zh-CN" altLang="en-US" sz="2000" b="1" dirty="0">
              <a:cs typeface="Times New Roman" panose="02020603050405020304" pitchFamily="18" charset="0"/>
              <a:sym typeface="+mn-ea"/>
            </a:endParaRPr>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custDataLst>
              <p:tags r:id="rId1"/>
            </p:custDataLst>
          </p:nvPr>
        </p:nvSpPr>
        <p:spPr>
          <a:xfrm>
            <a:off x="9862820" y="530225"/>
            <a:ext cx="1066165" cy="368300"/>
          </a:xfrm>
          <a:prstGeom prst="rect">
            <a:avLst/>
          </a:prstGeom>
          <a:noFill/>
        </p:spPr>
        <p:txBody>
          <a:bodyPr wrap="square">
            <a:normAutofit fontScale="90000"/>
          </a:bodyPr>
          <a:lstStyle/>
          <a:p>
            <a:r>
              <a:rPr lang="zh-CN" altLang="en-US" b="1" dirty="0">
                <a:solidFill>
                  <a:schemeClr val="tx1"/>
                </a:solidFill>
                <a:cs typeface="Times New Roman" panose="02020603050405020304" pitchFamily="18" charset="0"/>
                <a:sym typeface="+mn-ea"/>
              </a:rPr>
              <a:t>已有研究</a:t>
            </a:r>
            <a:endParaRPr lang="zh-CN" altLang="en-US" sz="1800" b="1" dirty="0">
              <a:solidFill>
                <a:schemeClr val="tx1"/>
              </a:solidFill>
              <a:cs typeface="Times New Roman" panose="02020603050405020304" pitchFamily="18" charset="0"/>
              <a:sym typeface="+mn-ea"/>
            </a:endParaRPr>
          </a:p>
        </p:txBody>
      </p:sp>
      <p:sp>
        <p:nvSpPr>
          <p:cNvPr id="4" name="文本框 3"/>
          <p:cNvSpPr txBox="1"/>
          <p:nvPr>
            <p:custDataLst>
              <p:tags r:id="rId2"/>
            </p:custDataLst>
          </p:nvPr>
        </p:nvSpPr>
        <p:spPr>
          <a:xfrm>
            <a:off x="311150" y="1102995"/>
            <a:ext cx="9489440" cy="4536440"/>
          </a:xfrm>
          <a:prstGeom prst="rect">
            <a:avLst/>
          </a:prstGeom>
          <a:noFill/>
        </p:spPr>
        <p:txBody>
          <a:bodyPr wrap="square">
            <a:normAutofit fontScale="90000"/>
          </a:bodyPr>
          <a:lstStyle/>
          <a:p>
            <a:endParaRPr lang="zh-CN" altLang="en-US" sz="1780" dirty="0">
              <a:solidFill>
                <a:schemeClr val="tx1"/>
              </a:solidFill>
              <a:effectLst/>
              <a:cs typeface="Times New Roman" panose="02020603050405020304" pitchFamily="18" charset="0"/>
            </a:endParaRPr>
          </a:p>
          <a:p>
            <a:pPr indent="457200" fontAlgn="auto">
              <a:lnSpc>
                <a:spcPct val="150000"/>
              </a:lnSpc>
            </a:pPr>
            <a:r>
              <a:rPr lang="en-US" altLang="zh-CN" sz="1780" b="1" dirty="0">
                <a:effectLst/>
                <a:cs typeface="Times New Roman" panose="02020603050405020304" pitchFamily="18" charset="0"/>
                <a:sym typeface="+mn-ea"/>
              </a:rPr>
              <a:t>1.</a:t>
            </a:r>
            <a:r>
              <a:rPr lang="zh-CN" altLang="en-US" sz="1780" b="1" dirty="0">
                <a:effectLst/>
                <a:cs typeface="Times New Roman" panose="02020603050405020304" pitchFamily="18" charset="0"/>
                <a:sym typeface="+mn-ea"/>
              </a:rPr>
              <a:t>微观层面：</a:t>
            </a:r>
            <a:endParaRPr lang="zh-CN" altLang="en-US" sz="1780" b="1" dirty="0">
              <a:effectLst/>
              <a:cs typeface="Times New Roman" panose="02020603050405020304" pitchFamily="18" charset="0"/>
              <a:sym typeface="+mn-ea"/>
            </a:endParaRPr>
          </a:p>
          <a:p>
            <a:pPr marL="457200" lvl="1" indent="457200" fontAlgn="auto">
              <a:lnSpc>
                <a:spcPct val="150000"/>
              </a:lnSpc>
            </a:pPr>
            <a:r>
              <a:rPr lang="en-US" altLang="en-US" sz="1780" b="1" dirty="0">
                <a:effectLst/>
                <a:cs typeface="Times New Roman" panose="02020603050405020304" pitchFamily="18" charset="0"/>
                <a:sym typeface="+mn-ea"/>
              </a:rPr>
              <a:t>①</a:t>
            </a:r>
            <a:r>
              <a:rPr lang="zh-CN" altLang="en-US" sz="1780" b="1" dirty="0">
                <a:effectLst/>
                <a:cs typeface="Times New Roman" panose="02020603050405020304" pitchFamily="18" charset="0"/>
                <a:sym typeface="+mn-ea"/>
              </a:rPr>
              <a:t>对企业的影响。</a:t>
            </a:r>
            <a:r>
              <a:rPr lang="zh-CN" altLang="en-US" sz="1780" dirty="0">
                <a:effectLst/>
                <a:cs typeface="Times New Roman" panose="02020603050405020304" pitchFamily="18" charset="0"/>
                <a:sym typeface="+mn-ea"/>
              </a:rPr>
              <a:t>气候政策的变化迫使企业面临</a:t>
            </a:r>
            <a:r>
              <a:rPr lang="en-US" altLang="zh-CN" sz="1780" dirty="0">
                <a:effectLst/>
                <a:cs typeface="Times New Roman" panose="02020603050405020304" pitchFamily="18" charset="0"/>
                <a:sym typeface="+mn-ea"/>
              </a:rPr>
              <a:t>"</a:t>
            </a:r>
            <a:r>
              <a:rPr lang="zh-CN" altLang="en-US" sz="1780" b="1" dirty="0">
                <a:effectLst/>
                <a:cs typeface="Times New Roman" panose="02020603050405020304" pitchFamily="18" charset="0"/>
                <a:sym typeface="+mn-ea"/>
              </a:rPr>
              <a:t>转型风险</a:t>
            </a:r>
            <a:r>
              <a:rPr lang="en-US" altLang="zh-CN" sz="1780" dirty="0">
                <a:effectLst/>
                <a:cs typeface="Times New Roman" panose="02020603050405020304" pitchFamily="18" charset="0"/>
                <a:sym typeface="+mn-ea"/>
              </a:rPr>
              <a:t>"</a:t>
            </a:r>
            <a:r>
              <a:rPr lang="zh-CN" altLang="en-US" sz="1780" dirty="0">
                <a:effectLst/>
                <a:cs typeface="Times New Roman" panose="02020603050405020304" pitchFamily="18" charset="0"/>
                <a:sym typeface="+mn-ea"/>
              </a:rPr>
              <a:t>，从而导致资产贬值，并引发企业</a:t>
            </a:r>
            <a:r>
              <a:rPr lang="en-US" altLang="zh-CN" sz="1780" dirty="0">
                <a:effectLst/>
                <a:cs typeface="Times New Roman" panose="02020603050405020304" pitchFamily="18" charset="0"/>
                <a:sym typeface="+mn-ea"/>
              </a:rPr>
              <a:t>       </a:t>
            </a:r>
            <a:endParaRPr lang="en-US" altLang="zh-CN" sz="1780" dirty="0">
              <a:effectLst/>
              <a:cs typeface="Times New Roman" panose="02020603050405020304" pitchFamily="18" charset="0"/>
              <a:sym typeface="+mn-ea"/>
            </a:endParaRPr>
          </a:p>
          <a:p>
            <a:pPr marL="457200" lvl="1" indent="457200" fontAlgn="auto">
              <a:lnSpc>
                <a:spcPct val="150000"/>
              </a:lnSpc>
            </a:pPr>
            <a:r>
              <a:rPr lang="zh-CN" altLang="en-US" sz="1780" dirty="0">
                <a:effectLst/>
                <a:cs typeface="Times New Roman" panose="02020603050405020304" pitchFamily="18" charset="0"/>
                <a:sym typeface="+mn-ea"/>
              </a:rPr>
              <a:t>违约风险。</a:t>
            </a:r>
            <a:r>
              <a:rPr lang="en-US" altLang="zh-CN" sz="1780" dirty="0">
                <a:effectLst/>
                <a:cs typeface="Times New Roman" panose="02020603050405020304" pitchFamily="18" charset="0"/>
                <a:sym typeface="+mn-ea"/>
              </a:rPr>
              <a:t>(Stroebel</a:t>
            </a:r>
            <a:r>
              <a:rPr lang="zh-CN" altLang="en-US" sz="1780" dirty="0">
                <a:effectLst/>
                <a:cs typeface="Times New Roman" panose="02020603050405020304" pitchFamily="18" charset="0"/>
                <a:sym typeface="+mn-ea"/>
              </a:rPr>
              <a:t>和</a:t>
            </a:r>
            <a:r>
              <a:rPr lang="en-US" altLang="zh-CN" sz="1780" dirty="0">
                <a:effectLst/>
                <a:cs typeface="Times New Roman" panose="02020603050405020304" pitchFamily="18" charset="0"/>
                <a:sym typeface="+mn-ea"/>
              </a:rPr>
              <a:t>Wurgler, 2021; Hansen, 2022;</a:t>
            </a:r>
            <a:r>
              <a:rPr lang="zh-CN" altLang="en-US" sz="1780" dirty="0">
                <a:effectLst/>
                <a:cs typeface="Times New Roman" panose="02020603050405020304" pitchFamily="18" charset="0"/>
                <a:sym typeface="+mn-ea"/>
              </a:rPr>
              <a:t>杨子晖等</a:t>
            </a:r>
            <a:r>
              <a:rPr lang="en-US" altLang="zh-CN" sz="1780" dirty="0">
                <a:effectLst/>
                <a:cs typeface="Times New Roman" panose="02020603050405020304" pitchFamily="18" charset="0"/>
                <a:sym typeface="+mn-ea"/>
              </a:rPr>
              <a:t>,2024)</a:t>
            </a:r>
            <a:r>
              <a:rPr lang="zh-CN" altLang="en-US" sz="1780" dirty="0">
                <a:effectLst/>
                <a:cs typeface="Times New Roman" panose="02020603050405020304" pitchFamily="18" charset="0"/>
                <a:sym typeface="+mn-ea"/>
              </a:rPr>
              <a:t>。</a:t>
            </a:r>
            <a:endParaRPr lang="zh-CN" altLang="en-US" sz="1780" dirty="0">
              <a:effectLst/>
              <a:cs typeface="Times New Roman" panose="02020603050405020304" pitchFamily="18" charset="0"/>
              <a:sym typeface="+mn-ea"/>
            </a:endParaRPr>
          </a:p>
          <a:p>
            <a:pPr marL="457200" lvl="1" indent="457200" fontAlgn="auto">
              <a:lnSpc>
                <a:spcPct val="150000"/>
              </a:lnSpc>
            </a:pPr>
            <a:r>
              <a:rPr lang="en-US" altLang="en-US" sz="1780" b="1" dirty="0">
                <a:effectLst/>
                <a:cs typeface="Times New Roman" panose="02020603050405020304" pitchFamily="18" charset="0"/>
                <a:sym typeface="+mn-ea"/>
              </a:rPr>
              <a:t>②</a:t>
            </a:r>
            <a:r>
              <a:rPr lang="zh-CN" altLang="en-US" sz="1780" b="1" dirty="0">
                <a:effectLst/>
                <a:cs typeface="Times New Roman" panose="02020603050405020304" pitchFamily="18" charset="0"/>
                <a:sym typeface="+mn-ea"/>
              </a:rPr>
              <a:t>对投资者情绪的影响。</a:t>
            </a:r>
            <a:r>
              <a:rPr lang="zh-CN" altLang="en-US" sz="1780" dirty="0">
                <a:solidFill>
                  <a:schemeClr val="tx1">
                    <a:lumMod val="95000"/>
                    <a:lumOff val="5000"/>
                  </a:schemeClr>
                </a:solidFill>
                <a:effectLst/>
                <a:cs typeface="Times New Roman" panose="02020603050405020304" pitchFamily="18" charset="0"/>
                <a:sym typeface="+mn-ea"/>
              </a:rPr>
              <a:t>极端天气的发生使得气候政策频繁调整，</a:t>
            </a:r>
            <a:r>
              <a:rPr lang="zh-CN" altLang="en-US" sz="1780" dirty="0">
                <a:solidFill>
                  <a:schemeClr val="tx1">
                    <a:lumMod val="95000"/>
                    <a:lumOff val="5000"/>
                  </a:schemeClr>
                </a:solidFill>
                <a:effectLst/>
                <a:cs typeface="Times New Roman" panose="02020603050405020304" pitchFamily="18" charset="0"/>
                <a:sym typeface="+mn-ea"/>
              </a:rPr>
              <a:t>投资者在面对气候政策的不</a:t>
            </a:r>
            <a:endParaRPr lang="zh-CN" altLang="en-US" sz="1780" dirty="0">
              <a:solidFill>
                <a:schemeClr val="tx1">
                  <a:lumMod val="95000"/>
                  <a:lumOff val="5000"/>
                </a:schemeClr>
              </a:solidFill>
              <a:effectLst/>
              <a:cs typeface="Times New Roman" panose="02020603050405020304" pitchFamily="18" charset="0"/>
              <a:sym typeface="+mn-ea"/>
            </a:endParaRPr>
          </a:p>
          <a:p>
            <a:pPr marL="457200" lvl="1" indent="457200" fontAlgn="auto">
              <a:lnSpc>
                <a:spcPct val="150000"/>
              </a:lnSpc>
            </a:pPr>
            <a:r>
              <a:rPr lang="zh-CN" altLang="en-US" sz="1780" dirty="0">
                <a:solidFill>
                  <a:schemeClr val="tx1">
                    <a:lumMod val="95000"/>
                    <a:lumOff val="5000"/>
                  </a:schemeClr>
                </a:solidFill>
                <a:effectLst/>
                <a:cs typeface="Times New Roman" panose="02020603050405020304" pitchFamily="18" charset="0"/>
                <a:sym typeface="+mn-ea"/>
              </a:rPr>
              <a:t>确定性时表现出更多的担忧</a:t>
            </a:r>
            <a:r>
              <a:rPr lang="en-US" altLang="zh-CN" sz="1780" dirty="0">
                <a:solidFill>
                  <a:schemeClr val="tx1">
                    <a:lumMod val="95000"/>
                    <a:lumOff val="5000"/>
                  </a:schemeClr>
                </a:solidFill>
                <a:effectLst/>
                <a:cs typeface="Times New Roman" panose="02020603050405020304" pitchFamily="18" charset="0"/>
                <a:sym typeface="+mn-ea"/>
              </a:rPr>
              <a:t> (Chiang, 2021; Nguyen</a:t>
            </a:r>
            <a:r>
              <a:rPr lang="zh-CN" altLang="en-US" sz="1780" dirty="0">
                <a:solidFill>
                  <a:schemeClr val="tx1">
                    <a:lumMod val="95000"/>
                    <a:lumOff val="5000"/>
                  </a:schemeClr>
                </a:solidFill>
                <a:effectLst/>
                <a:cs typeface="Times New Roman" panose="02020603050405020304" pitchFamily="18" charset="0"/>
                <a:sym typeface="+mn-ea"/>
              </a:rPr>
              <a:t>等</a:t>
            </a:r>
            <a:r>
              <a:rPr lang="en-US" altLang="zh-CN" sz="1780" dirty="0">
                <a:solidFill>
                  <a:schemeClr val="tx1">
                    <a:lumMod val="95000"/>
                    <a:lumOff val="5000"/>
                  </a:schemeClr>
                </a:solidFill>
                <a:effectLst/>
                <a:cs typeface="Times New Roman" panose="02020603050405020304" pitchFamily="18" charset="0"/>
                <a:sym typeface="+mn-ea"/>
              </a:rPr>
              <a:t>, 2021),</a:t>
            </a:r>
            <a:r>
              <a:rPr lang="zh-CN" altLang="en-US" sz="1780" dirty="0">
                <a:solidFill>
                  <a:schemeClr val="tx1">
                    <a:lumMod val="95000"/>
                    <a:lumOff val="5000"/>
                  </a:schemeClr>
                </a:solidFill>
                <a:effectLst/>
                <a:cs typeface="Times New Roman" panose="02020603050405020304" pitchFamily="18" charset="0"/>
                <a:sym typeface="+mn-ea"/>
              </a:rPr>
              <a:t>进一</a:t>
            </a:r>
            <a:r>
              <a:rPr lang="zh-CN" altLang="en-US" sz="1780" dirty="0">
                <a:effectLst/>
                <a:cs typeface="Times New Roman" panose="02020603050405020304" pitchFamily="18" charset="0"/>
                <a:sym typeface="+mn-ea"/>
              </a:rPr>
              <a:t>步影响投资者的情绪</a:t>
            </a:r>
            <a:r>
              <a:rPr lang="en-US" altLang="zh-CN" sz="1780" dirty="0">
                <a:effectLst/>
                <a:cs typeface="Times New Roman" panose="02020603050405020304" pitchFamily="18" charset="0"/>
                <a:sym typeface="+mn-ea"/>
              </a:rPr>
              <a:t>(Chen</a:t>
            </a:r>
            <a:endParaRPr lang="en-US" altLang="zh-CN" sz="1780" dirty="0">
              <a:effectLst/>
              <a:cs typeface="Times New Roman" panose="02020603050405020304" pitchFamily="18" charset="0"/>
              <a:sym typeface="+mn-ea"/>
            </a:endParaRPr>
          </a:p>
          <a:p>
            <a:pPr marL="457200" lvl="1" indent="457200" fontAlgn="auto">
              <a:lnSpc>
                <a:spcPct val="150000"/>
              </a:lnSpc>
            </a:pPr>
            <a:r>
              <a:rPr lang="zh-CN" altLang="en-US" sz="1780" dirty="0">
                <a:effectLst/>
                <a:cs typeface="Times New Roman" panose="02020603050405020304" pitchFamily="18" charset="0"/>
                <a:sym typeface="+mn-ea"/>
              </a:rPr>
              <a:t>等</a:t>
            </a:r>
            <a:r>
              <a:rPr lang="en-US" altLang="zh-CN" sz="1780" dirty="0">
                <a:effectLst/>
                <a:cs typeface="Times New Roman" panose="02020603050405020304" pitchFamily="18" charset="0"/>
                <a:sym typeface="+mn-ea"/>
              </a:rPr>
              <a:t>, 2023)</a:t>
            </a:r>
            <a:r>
              <a:rPr lang="zh-CN" altLang="en-US" sz="1780" dirty="0">
                <a:effectLst/>
                <a:cs typeface="Times New Roman" panose="02020603050405020304" pitchFamily="18" charset="0"/>
                <a:sym typeface="+mn-ea"/>
              </a:rPr>
              <a:t>。</a:t>
            </a:r>
            <a:endParaRPr lang="zh-CN" altLang="en-US" sz="1780" dirty="0">
              <a:effectLst/>
              <a:cs typeface="Times New Roman" panose="02020603050405020304" pitchFamily="18" charset="0"/>
              <a:sym typeface="+mn-ea"/>
            </a:endParaRPr>
          </a:p>
          <a:p>
            <a:pPr indent="457200" fontAlgn="auto">
              <a:lnSpc>
                <a:spcPct val="150000"/>
              </a:lnSpc>
            </a:pPr>
            <a:endParaRPr lang="zh-CN" altLang="en-US" sz="1780" dirty="0">
              <a:solidFill>
                <a:schemeClr val="tx1"/>
              </a:solidFill>
              <a:effectLst/>
              <a:cs typeface="Times New Roman" panose="02020603050405020304" pitchFamily="18" charset="0"/>
            </a:endParaRPr>
          </a:p>
          <a:p>
            <a:pPr indent="457200" fontAlgn="auto">
              <a:lnSpc>
                <a:spcPct val="150000"/>
              </a:lnSpc>
            </a:pPr>
            <a:r>
              <a:rPr lang="en-US" altLang="zh-CN" sz="1780" b="1" dirty="0">
                <a:effectLst/>
                <a:cs typeface="Times New Roman" panose="02020603050405020304" pitchFamily="18" charset="0"/>
                <a:sym typeface="+mn-ea"/>
              </a:rPr>
              <a:t>2. </a:t>
            </a:r>
            <a:r>
              <a:rPr lang="zh-CN" altLang="en-US" sz="1780" b="1" dirty="0">
                <a:effectLst/>
                <a:cs typeface="Times New Roman" panose="02020603050405020304" pitchFamily="18" charset="0"/>
                <a:sym typeface="+mn-ea"/>
              </a:rPr>
              <a:t>宏观层面：</a:t>
            </a:r>
            <a:endParaRPr lang="zh-CN" altLang="en-US" sz="1780" dirty="0">
              <a:effectLst/>
              <a:cs typeface="Times New Roman" panose="02020603050405020304" pitchFamily="18" charset="0"/>
              <a:sym typeface="+mn-ea"/>
            </a:endParaRPr>
          </a:p>
          <a:p>
            <a:pPr marL="457200" lvl="1" indent="457200" fontAlgn="auto">
              <a:lnSpc>
                <a:spcPct val="150000"/>
              </a:lnSpc>
            </a:pPr>
            <a:r>
              <a:rPr lang="en-US" altLang="en-US" sz="1780" b="1" dirty="0">
                <a:effectLst/>
                <a:cs typeface="Times New Roman" panose="02020603050405020304" pitchFamily="18" charset="0"/>
                <a:sym typeface="+mn-ea"/>
              </a:rPr>
              <a:t>①</a:t>
            </a:r>
            <a:r>
              <a:rPr lang="zh-CN" altLang="en-US" sz="1780" b="1" dirty="0">
                <a:effectLst/>
                <a:cs typeface="Times New Roman" panose="02020603050405020304" pitchFamily="18" charset="0"/>
                <a:sym typeface="+mn-ea"/>
              </a:rPr>
              <a:t>对股价的影响</a:t>
            </a:r>
            <a:r>
              <a:rPr lang="zh-CN" altLang="en-US" sz="1780" dirty="0">
                <a:effectLst/>
                <a:cs typeface="Times New Roman" panose="02020603050405020304" pitchFamily="18" charset="0"/>
                <a:sym typeface="+mn-ea"/>
              </a:rPr>
              <a:t>。会对股价产生较大影响（</a:t>
            </a:r>
            <a:r>
              <a:rPr lang="en-US" altLang="zh-CN" sz="1780" dirty="0">
                <a:effectLst/>
                <a:cs typeface="Times New Roman" panose="02020603050405020304" pitchFamily="18" charset="0"/>
                <a:sym typeface="+mn-ea"/>
              </a:rPr>
              <a:t>Tedeschi</a:t>
            </a:r>
            <a:r>
              <a:rPr lang="zh-CN" altLang="en-US" sz="1780" dirty="0">
                <a:effectLst/>
                <a:cs typeface="Times New Roman" panose="02020603050405020304" pitchFamily="18" charset="0"/>
                <a:sym typeface="+mn-ea"/>
              </a:rPr>
              <a:t>等，</a:t>
            </a:r>
            <a:r>
              <a:rPr lang="en-US" altLang="zh-CN" sz="1780" dirty="0">
                <a:effectLst/>
                <a:cs typeface="Times New Roman" panose="02020603050405020304" pitchFamily="18" charset="0"/>
                <a:sym typeface="+mn-ea"/>
              </a:rPr>
              <a:t>2024</a:t>
            </a:r>
            <a:r>
              <a:rPr lang="zh-CN" altLang="en-US" sz="1780" dirty="0">
                <a:effectLst/>
                <a:cs typeface="Times New Roman" panose="02020603050405020304" pitchFamily="18" charset="0"/>
                <a:sym typeface="+mn-ea"/>
              </a:rPr>
              <a:t>；</a:t>
            </a:r>
            <a:r>
              <a:rPr lang="en-US" altLang="zh-CN" sz="1780" dirty="0">
                <a:effectLst/>
                <a:cs typeface="Times New Roman" panose="02020603050405020304" pitchFamily="18" charset="0"/>
                <a:sym typeface="+mn-ea"/>
              </a:rPr>
              <a:t>Chiang</a:t>
            </a:r>
            <a:r>
              <a:rPr lang="zh-CN" altLang="en-US" sz="1780" dirty="0">
                <a:effectLst/>
                <a:cs typeface="Times New Roman" panose="02020603050405020304" pitchFamily="18" charset="0"/>
                <a:sym typeface="+mn-ea"/>
              </a:rPr>
              <a:t>，</a:t>
            </a:r>
            <a:r>
              <a:rPr lang="en-US" altLang="zh-CN" sz="1780" dirty="0">
                <a:effectLst/>
                <a:cs typeface="Times New Roman" panose="02020603050405020304" pitchFamily="18" charset="0"/>
                <a:sym typeface="+mn-ea"/>
              </a:rPr>
              <a:t>2025</a:t>
            </a:r>
            <a:r>
              <a:rPr lang="zh-CN" altLang="en-US" sz="1780" dirty="0">
                <a:effectLst/>
                <a:cs typeface="Times New Roman" panose="02020603050405020304" pitchFamily="18" charset="0"/>
                <a:sym typeface="+mn-ea"/>
              </a:rPr>
              <a:t>等）。</a:t>
            </a:r>
            <a:endParaRPr lang="zh-CN" altLang="en-US" sz="1780" dirty="0">
              <a:effectLst/>
              <a:cs typeface="Times New Roman" panose="02020603050405020304" pitchFamily="18" charset="0"/>
              <a:sym typeface="+mn-ea"/>
            </a:endParaRPr>
          </a:p>
          <a:p>
            <a:pPr marL="457200" lvl="1" indent="457200" fontAlgn="auto">
              <a:lnSpc>
                <a:spcPct val="150000"/>
              </a:lnSpc>
            </a:pPr>
            <a:r>
              <a:rPr lang="en-US" altLang="en-US" sz="1780" b="1" dirty="0">
                <a:effectLst/>
                <a:cs typeface="Times New Roman" panose="02020603050405020304" pitchFamily="18" charset="0"/>
                <a:sym typeface="+mn-ea"/>
              </a:rPr>
              <a:t>②</a:t>
            </a:r>
            <a:r>
              <a:rPr lang="zh-CN" altLang="en-US" sz="1780" b="1" dirty="0">
                <a:effectLst/>
                <a:cs typeface="Times New Roman" panose="02020603050405020304" pitchFamily="18" charset="0"/>
                <a:sym typeface="+mn-ea"/>
              </a:rPr>
              <a:t>对市场波动的影响。</a:t>
            </a:r>
            <a:r>
              <a:rPr lang="zh-CN" altLang="en-US" sz="1780" dirty="0">
                <a:effectLst/>
                <a:cs typeface="Times New Roman" panose="02020603050405020304" pitchFamily="18" charset="0"/>
                <a:sym typeface="+mn-ea"/>
              </a:rPr>
              <a:t>会加大市场的波动性（</a:t>
            </a:r>
            <a:r>
              <a:rPr lang="en-US" altLang="zh-CN" sz="1780" dirty="0">
                <a:effectLst/>
                <a:cs typeface="Times New Roman" panose="02020603050405020304" pitchFamily="18" charset="0"/>
                <a:sym typeface="+mn-ea"/>
              </a:rPr>
              <a:t>Lv</a:t>
            </a:r>
            <a:r>
              <a:rPr lang="zh-CN" altLang="en-US" sz="1780" dirty="0">
                <a:effectLst/>
                <a:cs typeface="Times New Roman" panose="02020603050405020304" pitchFamily="18" charset="0"/>
                <a:sym typeface="+mn-ea"/>
              </a:rPr>
              <a:t>和</a:t>
            </a:r>
            <a:r>
              <a:rPr lang="en-US" altLang="zh-CN" sz="1780" dirty="0">
                <a:effectLst/>
                <a:cs typeface="Times New Roman" panose="02020603050405020304" pitchFamily="18" charset="0"/>
                <a:sym typeface="+mn-ea"/>
              </a:rPr>
              <a:t>Li</a:t>
            </a:r>
            <a:r>
              <a:rPr lang="zh-CN" altLang="en-US" sz="1780" dirty="0">
                <a:effectLst/>
                <a:cs typeface="Times New Roman" panose="02020603050405020304" pitchFamily="18" charset="0"/>
                <a:sym typeface="+mn-ea"/>
              </a:rPr>
              <a:t>等，</a:t>
            </a:r>
            <a:r>
              <a:rPr lang="en-US" altLang="zh-CN" sz="1780" dirty="0">
                <a:effectLst/>
                <a:cs typeface="Times New Roman" panose="02020603050405020304" pitchFamily="18" charset="0"/>
                <a:sym typeface="+mn-ea"/>
              </a:rPr>
              <a:t>2023</a:t>
            </a:r>
            <a:r>
              <a:rPr lang="zh-CN" altLang="en-US" sz="1780" dirty="0">
                <a:effectLst/>
                <a:cs typeface="Times New Roman" panose="02020603050405020304" pitchFamily="18" charset="0"/>
                <a:sym typeface="+mn-ea"/>
              </a:rPr>
              <a:t>；</a:t>
            </a:r>
            <a:r>
              <a:rPr lang="en-US" altLang="zh-CN" sz="1780" dirty="0">
                <a:effectLst/>
                <a:cs typeface="Times New Roman" panose="02020603050405020304" pitchFamily="18" charset="0"/>
                <a:sym typeface="+mn-ea"/>
              </a:rPr>
              <a:t>Liu</a:t>
            </a:r>
            <a:r>
              <a:rPr lang="zh-CN" altLang="en-US" sz="1780" dirty="0">
                <a:effectLst/>
                <a:cs typeface="Times New Roman" panose="02020603050405020304" pitchFamily="18" charset="0"/>
                <a:sym typeface="+mn-ea"/>
              </a:rPr>
              <a:t>等，</a:t>
            </a:r>
            <a:r>
              <a:rPr lang="en-US" altLang="zh-CN" sz="1780" dirty="0">
                <a:effectLst/>
                <a:cs typeface="Times New Roman" panose="02020603050405020304" pitchFamily="18" charset="0"/>
                <a:sym typeface="+mn-ea"/>
              </a:rPr>
              <a:t>2025</a:t>
            </a:r>
            <a:r>
              <a:rPr lang="zh-CN" altLang="en-US" sz="1780" dirty="0">
                <a:effectLst/>
                <a:cs typeface="Times New Roman" panose="02020603050405020304" pitchFamily="18" charset="0"/>
                <a:sym typeface="+mn-ea"/>
              </a:rPr>
              <a:t>等）。</a:t>
            </a:r>
            <a:endParaRPr lang="zh-CN" altLang="en-US" sz="1780" dirty="0">
              <a:effectLst/>
              <a:cs typeface="Times New Roman" panose="02020603050405020304" pitchFamily="18" charset="0"/>
              <a:sym typeface="+mn-ea"/>
            </a:endParaRPr>
          </a:p>
          <a:p>
            <a:pPr marL="457200" lvl="1" indent="457200" fontAlgn="auto">
              <a:lnSpc>
                <a:spcPct val="150000"/>
              </a:lnSpc>
            </a:pPr>
            <a:r>
              <a:rPr lang="en-US" altLang="en-US" sz="1780" b="1" dirty="0">
                <a:effectLst/>
                <a:cs typeface="Times New Roman" panose="02020603050405020304" pitchFamily="18" charset="0"/>
                <a:sym typeface="+mn-ea"/>
              </a:rPr>
              <a:t>③</a:t>
            </a:r>
            <a:r>
              <a:rPr lang="zh-CN" altLang="en-US" sz="1780" b="1" dirty="0">
                <a:effectLst/>
                <a:cs typeface="Times New Roman" panose="02020603050405020304" pitchFamily="18" charset="0"/>
                <a:sym typeface="+mn-ea"/>
              </a:rPr>
              <a:t>对极端市场风险的影响。</a:t>
            </a:r>
            <a:r>
              <a:rPr lang="zh-CN" altLang="en-US" sz="1780" dirty="0">
                <a:effectLst/>
                <a:cs typeface="Times New Roman" panose="02020603050405020304" pitchFamily="18" charset="0"/>
                <a:sym typeface="+mn-ea"/>
              </a:rPr>
              <a:t>会加剧系统性风险（刘振华等，</a:t>
            </a:r>
            <a:r>
              <a:rPr lang="en-US" altLang="zh-CN" sz="1780" dirty="0">
                <a:effectLst/>
                <a:cs typeface="Times New Roman" panose="02020603050405020304" pitchFamily="18" charset="0"/>
                <a:sym typeface="+mn-ea"/>
              </a:rPr>
              <a:t>2023</a:t>
            </a:r>
            <a:r>
              <a:rPr lang="zh-CN" altLang="en-US" sz="1780" dirty="0">
                <a:effectLst/>
                <a:cs typeface="Times New Roman" panose="02020603050405020304" pitchFamily="18" charset="0"/>
                <a:sym typeface="+mn-ea"/>
              </a:rPr>
              <a:t>；丁时杰等，</a:t>
            </a:r>
            <a:r>
              <a:rPr lang="en-US" altLang="zh-CN" sz="1780" dirty="0">
                <a:effectLst/>
                <a:cs typeface="Times New Roman" panose="02020603050405020304" pitchFamily="18" charset="0"/>
                <a:sym typeface="+mn-ea"/>
              </a:rPr>
              <a:t>2023</a:t>
            </a:r>
            <a:r>
              <a:rPr lang="zh-CN" altLang="en-US" sz="1780" dirty="0">
                <a:effectLst/>
                <a:cs typeface="Times New Roman" panose="02020603050405020304" pitchFamily="18" charset="0"/>
                <a:sym typeface="+mn-ea"/>
              </a:rPr>
              <a:t>）。</a:t>
            </a:r>
            <a:endParaRPr lang="zh-CN" altLang="en-US" sz="1780" dirty="0">
              <a:effectLst/>
              <a:cs typeface="Times New Roman" panose="02020603050405020304" pitchFamily="18" charset="0"/>
              <a:sym typeface="+mn-ea"/>
            </a:endParaRPr>
          </a:p>
          <a:p>
            <a:pPr indent="457200" fontAlgn="auto">
              <a:lnSpc>
                <a:spcPct val="150000"/>
              </a:lnSpc>
            </a:pPr>
            <a:endParaRPr lang="zh-CN" altLang="en-US" sz="1600" dirty="0">
              <a:solidFill>
                <a:schemeClr val="tx1"/>
              </a:solidFill>
              <a:effectLst/>
              <a:cs typeface="Times New Roman" panose="02020603050405020304" pitchFamily="18" charset="0"/>
            </a:endParaRPr>
          </a:p>
          <a:p>
            <a:pPr indent="457200" fontAlgn="auto">
              <a:lnSpc>
                <a:spcPct val="150000"/>
              </a:lnSpc>
            </a:pPr>
            <a:endParaRPr lang="zh-CN" altLang="en-US" sz="1600" b="1" dirty="0">
              <a:solidFill>
                <a:schemeClr val="tx1"/>
              </a:solidFill>
              <a:effectLst/>
              <a:cs typeface="Times New Roman" panose="02020603050405020304" pitchFamily="18" charset="0"/>
            </a:endParaRPr>
          </a:p>
        </p:txBody>
      </p:sp>
      <p:sp>
        <p:nvSpPr>
          <p:cNvPr id="3" name="文本框 2"/>
          <p:cNvSpPr txBox="1"/>
          <p:nvPr/>
        </p:nvSpPr>
        <p:spPr>
          <a:xfrm>
            <a:off x="311150" y="466090"/>
            <a:ext cx="6252210" cy="432435"/>
          </a:xfrm>
          <a:prstGeom prst="rect">
            <a:avLst/>
          </a:prstGeom>
          <a:noFill/>
        </p:spPr>
        <p:txBody>
          <a:bodyPr wrap="square" rtlCol="0" anchor="t">
            <a:spAutoFit/>
          </a:bodyPr>
          <a:p>
            <a:r>
              <a:rPr lang="en-US" altLang="zh-CN" b="1" dirty="0">
                <a:effectLst/>
                <a:cs typeface="Times New Roman" panose="02020603050405020304" pitchFamily="18" charset="0"/>
                <a:sym typeface="+mn-ea"/>
              </a:rPr>
              <a:t>  </a:t>
            </a:r>
            <a:r>
              <a:rPr lang="en-US" altLang="zh-CN" sz="2220" b="1" dirty="0">
                <a:effectLst/>
                <a:cs typeface="Times New Roman" panose="02020603050405020304" pitchFamily="18" charset="0"/>
                <a:sym typeface="+mn-ea"/>
              </a:rPr>
              <a:t>   </a:t>
            </a:r>
            <a:r>
              <a:rPr lang="en-US" altLang="zh-CN" sz="2220" b="1" dirty="0">
                <a:effectLst/>
                <a:cs typeface="Times New Roman" panose="02020603050405020304" pitchFamily="18" charset="0"/>
                <a:sym typeface="+mn-ea"/>
              </a:rPr>
              <a:t> </a:t>
            </a:r>
            <a:r>
              <a:rPr lang="en-US" altLang="zh-CN" sz="2220" b="1" dirty="0">
                <a:cs typeface="Times New Roman" panose="02020603050405020304" pitchFamily="18" charset="0"/>
                <a:sym typeface="+mn-ea"/>
              </a:rPr>
              <a:t>&gt;</a:t>
            </a:r>
            <a:r>
              <a:rPr lang="zh-CN" altLang="en-US" sz="2220" b="1" dirty="0">
                <a:cs typeface="Times New Roman" panose="02020603050405020304" pitchFamily="18" charset="0"/>
                <a:sym typeface="+mn-ea"/>
              </a:rPr>
              <a:t> 选择</a:t>
            </a:r>
            <a:r>
              <a:rPr lang="zh-CN" altLang="en-US" sz="2220" b="1" dirty="0">
                <a:effectLst/>
                <a:cs typeface="Times New Roman" panose="02020603050405020304" pitchFamily="18" charset="0"/>
                <a:sym typeface="+mn-ea"/>
              </a:rPr>
              <a:t>气候政策不确定性作为外部冲击的原因</a:t>
            </a:r>
            <a:endParaRPr lang="zh-CN" altLang="en-US" sz="2220" b="1" dirty="0">
              <a:effectLst/>
              <a:cs typeface="Times New Roman" panose="02020603050405020304" pitchFamily="18" charset="0"/>
              <a:sym typeface="+mn-ea"/>
            </a:endParaRPr>
          </a:p>
        </p:txBody>
      </p:sp>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custDataLst>
              <p:tags r:id="rId1"/>
            </p:custDataLst>
          </p:nvPr>
        </p:nvSpPr>
        <p:spPr>
          <a:xfrm>
            <a:off x="695960" y="253955"/>
            <a:ext cx="10800000" cy="720000"/>
          </a:xfrm>
        </p:spPr>
        <p:txBody>
          <a:bodyPr vert="horz" wrap="square" lIns="0" tIns="0" rIns="0" bIns="0" rtlCol="0" anchor="b">
            <a:normAutofit/>
          </a:bodyPr>
          <a:lstStyle/>
          <a:p>
            <a:pPr lvl="0" algn="l">
              <a:buClrTx/>
              <a:buSzTx/>
              <a:buFontTx/>
            </a:pPr>
            <a:r>
              <a:rPr lang="zh-CN" altLang="en-US" dirty="0">
                <a:sym typeface="+mn-ea"/>
              </a:rPr>
              <a:t>问题的提出</a:t>
            </a:r>
            <a:endParaRPr lang="zh-CN" altLang="en-US" dirty="0">
              <a:sym typeface="+mn-ea"/>
            </a:endParaRPr>
          </a:p>
        </p:txBody>
      </p:sp>
      <p:sp>
        <p:nvSpPr>
          <p:cNvPr id="4" name="文本框 3"/>
          <p:cNvSpPr txBox="1"/>
          <p:nvPr>
            <p:custDataLst>
              <p:tags r:id="rId2"/>
            </p:custDataLst>
          </p:nvPr>
        </p:nvSpPr>
        <p:spPr>
          <a:xfrm>
            <a:off x="695960" y="1452880"/>
            <a:ext cx="9369425" cy="2717800"/>
          </a:xfrm>
          <a:prstGeom prst="rect">
            <a:avLst/>
          </a:prstGeom>
          <a:noFill/>
        </p:spPr>
        <p:txBody>
          <a:bodyPr wrap="square">
            <a:normAutofit/>
          </a:bodyPr>
          <a:lstStyle/>
          <a:p>
            <a:r>
              <a:rPr lang="en-US" altLang="zh-CN" sz="1800" b="1" dirty="0">
                <a:solidFill>
                  <a:schemeClr val="tx1"/>
                </a:solidFill>
                <a:effectLst/>
                <a:cs typeface="Times New Roman" panose="02020603050405020304" pitchFamily="18" charset="0"/>
              </a:rPr>
              <a:t>      </a:t>
            </a:r>
            <a:r>
              <a:rPr lang="en-US" altLang="zh-CN" b="1" dirty="0">
                <a:solidFill>
                  <a:schemeClr val="tx1"/>
                </a:solidFill>
                <a:cs typeface="Times New Roman" panose="02020603050405020304" pitchFamily="18" charset="0"/>
              </a:rPr>
              <a:t>&gt;</a:t>
            </a:r>
            <a:r>
              <a:rPr lang="zh-CN" altLang="en-US" b="1" dirty="0">
                <a:solidFill>
                  <a:schemeClr val="tx1"/>
                </a:solidFill>
                <a:cs typeface="Times New Roman" panose="02020603050405020304" pitchFamily="18" charset="0"/>
              </a:rPr>
              <a:t> 已有研究局限：</a:t>
            </a:r>
            <a:endParaRPr lang="zh-CN" altLang="en-US" b="1" dirty="0">
              <a:solidFill>
                <a:schemeClr val="tx1"/>
              </a:solidFill>
              <a:cs typeface="Times New Roman" panose="02020603050405020304" pitchFamily="18" charset="0"/>
            </a:endParaRPr>
          </a:p>
          <a:p>
            <a:pPr indent="457200"/>
            <a:endParaRPr lang="zh-CN" altLang="en-US" sz="2000" b="1" dirty="0">
              <a:solidFill>
                <a:schemeClr val="tx1"/>
              </a:solidFill>
              <a:effectLst/>
              <a:cs typeface="Times New Roman" panose="02020603050405020304" pitchFamily="18" charset="0"/>
            </a:endParaRPr>
          </a:p>
          <a:p>
            <a:pPr indent="457200" fontAlgn="auto">
              <a:lnSpc>
                <a:spcPct val="150000"/>
              </a:lnSpc>
            </a:pPr>
            <a:r>
              <a:rPr lang="en-US" altLang="zh-CN" sz="1600" dirty="0">
                <a:solidFill>
                  <a:schemeClr val="tx1"/>
                </a:solidFill>
                <a:effectLst/>
                <a:cs typeface="Times New Roman" panose="02020603050405020304" pitchFamily="18" charset="0"/>
                <a:sym typeface="+mn-ea"/>
              </a:rPr>
              <a:t>(1) </a:t>
            </a:r>
            <a:r>
              <a:rPr lang="zh-CN" altLang="en-US" sz="1600" b="1" dirty="0">
                <a:effectLst/>
                <a:cs typeface="Times New Roman" panose="02020603050405020304" pitchFamily="18" charset="0"/>
                <a:sym typeface="+mn-ea"/>
              </a:rPr>
              <a:t>冲击源选择的局限性</a:t>
            </a:r>
            <a:r>
              <a:rPr lang="zh-CN" altLang="en-US" sz="1600" b="1" dirty="0">
                <a:effectLst/>
                <a:cs typeface="Times New Roman" panose="02020603050405020304" pitchFamily="18" charset="0"/>
                <a:sym typeface="+mn-ea"/>
              </a:rPr>
              <a:t>：</a:t>
            </a:r>
            <a:r>
              <a:rPr lang="zh-CN" altLang="en-US" sz="1600" dirty="0">
                <a:effectLst/>
                <a:cs typeface="Times New Roman" panose="02020603050405020304" pitchFamily="18" charset="0"/>
                <a:sym typeface="+mn-ea"/>
              </a:rPr>
              <a:t>现有研究将</a:t>
            </a:r>
            <a:r>
              <a:rPr lang="en-US" altLang="zh-CN" sz="1600" b="1" dirty="0">
                <a:effectLst/>
                <a:cs typeface="Times New Roman" panose="02020603050405020304" pitchFamily="18" charset="0"/>
                <a:sym typeface="+mn-ea"/>
              </a:rPr>
              <a:t>VIX</a:t>
            </a:r>
            <a:r>
              <a:rPr lang="zh-CN" altLang="en-US" sz="1600" dirty="0">
                <a:effectLst/>
                <a:cs typeface="Times New Roman" panose="02020603050405020304" pitchFamily="18" charset="0"/>
                <a:sym typeface="+mn-ea"/>
              </a:rPr>
              <a:t>做为冲击源，</a:t>
            </a:r>
            <a:r>
              <a:rPr lang="zh-CN" altLang="en-US" sz="1600" dirty="0">
                <a:effectLst/>
                <a:cs typeface="Times New Roman" panose="02020603050405020304" pitchFamily="18" charset="0"/>
                <a:sym typeface="+mn-ea"/>
              </a:rPr>
              <a:t>忽略了气候政策波动带来的不确定性。</a:t>
            </a:r>
            <a:endParaRPr lang="zh-CN" altLang="en-US" sz="1600" dirty="0">
              <a:solidFill>
                <a:schemeClr val="tx1"/>
              </a:solidFill>
              <a:effectLst/>
              <a:cs typeface="Times New Roman" panose="02020603050405020304" pitchFamily="18" charset="0"/>
              <a:sym typeface="+mn-ea"/>
            </a:endParaRPr>
          </a:p>
          <a:p>
            <a:pPr indent="457200" fontAlgn="auto">
              <a:lnSpc>
                <a:spcPct val="150000"/>
              </a:lnSpc>
            </a:pPr>
            <a:endParaRPr lang="zh-CN" altLang="en-US" sz="1600" dirty="0">
              <a:solidFill>
                <a:schemeClr val="tx1"/>
              </a:solidFill>
              <a:effectLst/>
              <a:cs typeface="Times New Roman" panose="02020603050405020304" pitchFamily="18" charset="0"/>
              <a:sym typeface="+mn-ea"/>
            </a:endParaRPr>
          </a:p>
          <a:p>
            <a:pPr indent="457200" fontAlgn="auto">
              <a:lnSpc>
                <a:spcPct val="150000"/>
              </a:lnSpc>
            </a:pPr>
            <a:r>
              <a:rPr lang="en-US" altLang="zh-CN" sz="1600" dirty="0">
                <a:solidFill>
                  <a:schemeClr val="tx1"/>
                </a:solidFill>
                <a:effectLst/>
                <a:cs typeface="Times New Roman" panose="02020603050405020304" pitchFamily="18" charset="0"/>
              </a:rPr>
              <a:t>(2) </a:t>
            </a:r>
            <a:r>
              <a:rPr lang="zh-CN" altLang="en-US" sz="1600" b="1" dirty="0">
                <a:solidFill>
                  <a:schemeClr val="tx1"/>
                </a:solidFill>
                <a:effectLst/>
                <a:cs typeface="Times New Roman" panose="02020603050405020304" pitchFamily="18" charset="0"/>
              </a:rPr>
              <a:t>韧性关联网络构建的局限性</a:t>
            </a:r>
            <a:r>
              <a:rPr lang="zh-CN" altLang="en-US" sz="1600" dirty="0">
                <a:solidFill>
                  <a:schemeClr val="tx1"/>
                </a:solidFill>
                <a:effectLst/>
                <a:cs typeface="Times New Roman" panose="02020603050405020304" pitchFamily="18" charset="0"/>
              </a:rPr>
              <a:t>，现有研究聚焦于</a:t>
            </a:r>
            <a:r>
              <a:rPr lang="zh-CN" altLang="en-US" sz="1600" b="1" dirty="0">
                <a:solidFill>
                  <a:schemeClr val="tx1"/>
                </a:solidFill>
                <a:effectLst/>
                <a:cs typeface="Times New Roman" panose="02020603050405020304" pitchFamily="18" charset="0"/>
              </a:rPr>
              <a:t>时域网络</a:t>
            </a:r>
            <a:r>
              <a:rPr lang="zh-CN" altLang="en-US" sz="1600" dirty="0">
                <a:solidFill>
                  <a:schemeClr val="tx1"/>
                </a:solidFill>
                <a:effectLst/>
                <a:cs typeface="Times New Roman" panose="02020603050405020304" pitchFamily="18" charset="0"/>
              </a:rPr>
              <a:t>，忽略了韧性的</a:t>
            </a:r>
            <a:r>
              <a:rPr lang="zh-CN" altLang="en-US" sz="1600" b="1" dirty="0">
                <a:solidFill>
                  <a:schemeClr val="tx1"/>
                </a:solidFill>
                <a:effectLst/>
                <a:cs typeface="Times New Roman" panose="02020603050405020304" pitchFamily="18" charset="0"/>
              </a:rPr>
              <a:t>频域等特征</a:t>
            </a:r>
            <a:r>
              <a:rPr lang="zh-CN" altLang="en-US" sz="1600" dirty="0">
                <a:solidFill>
                  <a:schemeClr val="tx1"/>
                </a:solidFill>
                <a:effectLst/>
                <a:cs typeface="Times New Roman" panose="02020603050405020304" pitchFamily="18" charset="0"/>
              </a:rPr>
              <a:t>。</a:t>
            </a:r>
            <a:endParaRPr lang="zh-CN" altLang="en-US" sz="1600" dirty="0">
              <a:solidFill>
                <a:schemeClr val="tx1"/>
              </a:solidFill>
              <a:effectLst/>
              <a:cs typeface="Times New Roman" panose="02020603050405020304" pitchFamily="18" charset="0"/>
            </a:endParaRPr>
          </a:p>
          <a:p>
            <a:pPr indent="457200" fontAlgn="auto">
              <a:lnSpc>
                <a:spcPct val="150000"/>
              </a:lnSpc>
            </a:pPr>
            <a:endParaRPr lang="zh-CN" altLang="en-US" sz="1600" dirty="0">
              <a:solidFill>
                <a:schemeClr val="tx1"/>
              </a:solidFill>
              <a:effectLst/>
              <a:cs typeface="Times New Roman" panose="02020603050405020304" pitchFamily="18" charset="0"/>
            </a:endParaRPr>
          </a:p>
          <a:p>
            <a:pPr indent="457200" fontAlgn="auto">
              <a:lnSpc>
                <a:spcPct val="150000"/>
              </a:lnSpc>
            </a:pPr>
            <a:r>
              <a:rPr lang="en-US" altLang="zh-CN" sz="1600" dirty="0">
                <a:solidFill>
                  <a:schemeClr val="tx1"/>
                </a:solidFill>
                <a:effectLst/>
                <a:cs typeface="Times New Roman" panose="02020603050405020304" pitchFamily="18" charset="0"/>
              </a:rPr>
              <a:t>(3) </a:t>
            </a:r>
            <a:r>
              <a:rPr lang="zh-CN" altLang="en-US" sz="1600" b="1" dirty="0">
                <a:solidFill>
                  <a:schemeClr val="tx1"/>
                </a:solidFill>
                <a:effectLst/>
                <a:cs typeface="Times New Roman" panose="02020603050405020304" pitchFamily="18" charset="0"/>
              </a:rPr>
              <a:t>预测视角的局限性</a:t>
            </a:r>
            <a:r>
              <a:rPr lang="zh-CN" altLang="en-US" sz="1600" dirty="0">
                <a:solidFill>
                  <a:schemeClr val="tx1"/>
                </a:solidFill>
                <a:effectLst/>
                <a:cs typeface="Times New Roman" panose="02020603050405020304" pitchFamily="18" charset="0"/>
              </a:rPr>
              <a:t>，现有研究多为</a:t>
            </a:r>
            <a:r>
              <a:rPr lang="zh-CN" altLang="en-US" sz="1600" b="1" dirty="0">
                <a:solidFill>
                  <a:schemeClr val="tx1"/>
                </a:solidFill>
                <a:effectLst/>
                <a:cs typeface="Times New Roman" panose="02020603050405020304" pitchFamily="18" charset="0"/>
              </a:rPr>
              <a:t>影响因素分析</a:t>
            </a:r>
            <a:r>
              <a:rPr lang="zh-CN" altLang="en-US" sz="1600" dirty="0">
                <a:solidFill>
                  <a:schemeClr val="tx1"/>
                </a:solidFill>
                <a:effectLst/>
                <a:cs typeface="Times New Roman" panose="02020603050405020304" pitchFamily="18" charset="0"/>
              </a:rPr>
              <a:t>，缺乏对金融市场韧性的</a:t>
            </a:r>
            <a:r>
              <a:rPr lang="zh-CN" altLang="en-US" sz="1600" b="1" dirty="0">
                <a:solidFill>
                  <a:schemeClr val="tx1"/>
                </a:solidFill>
                <a:effectLst/>
                <a:cs typeface="Times New Roman" panose="02020603050405020304" pitchFamily="18" charset="0"/>
              </a:rPr>
              <a:t>前瞻性预测</a:t>
            </a:r>
            <a:r>
              <a:rPr lang="zh-CN" altLang="en-US" sz="1600" dirty="0">
                <a:solidFill>
                  <a:schemeClr val="tx1"/>
                </a:solidFill>
                <a:effectLst/>
                <a:cs typeface="Times New Roman" panose="02020603050405020304" pitchFamily="18" charset="0"/>
              </a:rPr>
              <a:t>。</a:t>
            </a:r>
            <a:endParaRPr lang="zh-CN" altLang="en-US" sz="1600" dirty="0">
              <a:solidFill>
                <a:schemeClr val="tx1"/>
              </a:solidFill>
              <a:effectLst/>
              <a:cs typeface="Times New Roman" panose="02020603050405020304" pitchFamily="18" charset="0"/>
            </a:endParaRPr>
          </a:p>
          <a:p>
            <a:pPr indent="457200" fontAlgn="auto">
              <a:lnSpc>
                <a:spcPct val="150000"/>
              </a:lnSpc>
            </a:pPr>
            <a:endParaRPr lang="zh-CN" altLang="en-US" sz="1600" dirty="0">
              <a:solidFill>
                <a:schemeClr val="tx1"/>
              </a:solidFill>
              <a:effectLst/>
              <a:cs typeface="Times New Roman" panose="02020603050405020304" pitchFamily="18" charset="0"/>
            </a:endParaRPr>
          </a:p>
          <a:p>
            <a:pPr indent="457200" fontAlgn="auto">
              <a:lnSpc>
                <a:spcPct val="150000"/>
              </a:lnSpc>
            </a:pPr>
            <a:endParaRPr lang="zh-CN" altLang="en-US" sz="1600" dirty="0">
              <a:solidFill>
                <a:schemeClr val="tx1"/>
              </a:solidFill>
              <a:effectLst/>
              <a:cs typeface="Times New Roman" panose="02020603050405020304" pitchFamily="18" charset="0"/>
            </a:endParaRPr>
          </a:p>
          <a:p>
            <a:pPr indent="457200" fontAlgn="auto">
              <a:lnSpc>
                <a:spcPct val="150000"/>
              </a:lnSpc>
            </a:pPr>
            <a:endParaRPr lang="zh-CN" altLang="en-US" sz="1600" dirty="0">
              <a:solidFill>
                <a:schemeClr val="tx1"/>
              </a:solidFill>
              <a:effectLst/>
              <a:cs typeface="Times New Roman" panose="02020603050405020304" pitchFamily="18" charset="0"/>
            </a:endParaRPr>
          </a:p>
          <a:p>
            <a:pPr indent="457200" fontAlgn="auto">
              <a:lnSpc>
                <a:spcPct val="150000"/>
              </a:lnSpc>
            </a:pPr>
            <a:endParaRPr lang="zh-CN" altLang="en-US" b="1" dirty="0">
              <a:solidFill>
                <a:schemeClr val="tx1"/>
              </a:solidFill>
              <a:cs typeface="Times New Roman" panose="02020603050405020304" pitchFamily="18" charset="0"/>
            </a:endParaRPr>
          </a:p>
          <a:p>
            <a:pPr indent="457200" fontAlgn="auto">
              <a:lnSpc>
                <a:spcPct val="150000"/>
              </a:lnSpc>
            </a:pPr>
            <a:endParaRPr lang="zh-CN" altLang="en-US" dirty="0">
              <a:solidFill>
                <a:schemeClr val="tx1"/>
              </a:solidFill>
              <a:effectLst/>
              <a:cs typeface="Times New Roman" panose="02020603050405020304" pitchFamily="18" charset="0"/>
            </a:endParaRPr>
          </a:p>
        </p:txBody>
      </p:sp>
      <p:sp>
        <p:nvSpPr>
          <p:cNvPr id="2" name="文本框 1"/>
          <p:cNvSpPr txBox="1"/>
          <p:nvPr>
            <p:custDataLst>
              <p:tags r:id="rId3"/>
            </p:custDataLst>
          </p:nvPr>
        </p:nvSpPr>
        <p:spPr>
          <a:xfrm>
            <a:off x="695960" y="4254500"/>
            <a:ext cx="9679305" cy="1086485"/>
          </a:xfrm>
          <a:prstGeom prst="rect">
            <a:avLst/>
          </a:prstGeom>
          <a:noFill/>
        </p:spPr>
        <p:txBody>
          <a:bodyPr wrap="square">
            <a:normAutofit/>
          </a:bodyPr>
          <a:p>
            <a:pPr indent="457200" fontAlgn="auto">
              <a:lnSpc>
                <a:spcPct val="150000"/>
              </a:lnSpc>
            </a:pPr>
            <a:r>
              <a:rPr lang="zh-CN" altLang="en-US" dirty="0">
                <a:solidFill>
                  <a:schemeClr val="tx1"/>
                </a:solidFill>
                <a:effectLst/>
                <a:cs typeface="Times New Roman" panose="02020603050405020304" pitchFamily="18" charset="0"/>
              </a:rPr>
              <a:t>本课题拟选择气候政策不确定性作为外生冲击构建金融市场韧性的测度，进而建立金融子市场间韧性关联网络，深入研究市场韧性的相互影响机制，最终对韧性进行前瞻性预测。</a:t>
            </a:r>
            <a:endParaRPr lang="zh-CN" altLang="en-US" dirty="0">
              <a:solidFill>
                <a:schemeClr val="tx1"/>
              </a:solidFill>
              <a:effectLst/>
              <a:cs typeface="Times New Roman" panose="02020603050405020304" pitchFamily="18" charset="0"/>
            </a:endParaRPr>
          </a:p>
        </p:txBody>
      </p:sp>
    </p:spTree>
    <p:custDataLst>
      <p:tags r:id="rId4"/>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773430" y="1151890"/>
            <a:ext cx="11073765" cy="5456555"/>
          </a:xfrm>
          <a:prstGeom prst="rect">
            <a:avLst/>
          </a:prstGeom>
          <a:noFill/>
        </p:spPr>
        <p:txBody>
          <a:bodyPr wrap="square">
            <a:noAutofit/>
          </a:bodyPr>
          <a:lstStyle/>
          <a:p>
            <a:pPr algn="just">
              <a:lnSpc>
                <a:spcPct val="150000"/>
              </a:lnSpc>
            </a:pPr>
            <a:r>
              <a:rPr lang="en-US" altLang="zh-CN" b="1" kern="100" dirty="0">
                <a:solidFill>
                  <a:schemeClr val="tx1"/>
                </a:solidFill>
                <a:effectLst/>
              </a:rPr>
              <a:t>&gt;</a:t>
            </a:r>
            <a:r>
              <a:rPr lang="zh-CN" altLang="en-US" b="1" kern="100" dirty="0">
                <a:solidFill>
                  <a:schemeClr val="tx1"/>
                </a:solidFill>
                <a:effectLst/>
              </a:rPr>
              <a:t> 研究内容</a:t>
            </a:r>
            <a:endParaRPr lang="zh-CN" altLang="en-US" b="1" kern="100" dirty="0">
              <a:solidFill>
                <a:schemeClr val="tx1"/>
              </a:solidFill>
              <a:effectLst/>
            </a:endParaRPr>
          </a:p>
          <a:p>
            <a:pPr algn="just">
              <a:lnSpc>
                <a:spcPct val="150000"/>
              </a:lnSpc>
            </a:pPr>
            <a:endParaRPr lang="zh-CN" altLang="en-US" b="1" kern="100" dirty="0">
              <a:solidFill>
                <a:schemeClr val="tx1"/>
              </a:solidFill>
              <a:effectLst/>
            </a:endParaRPr>
          </a:p>
          <a:p>
            <a:pPr algn="just">
              <a:lnSpc>
                <a:spcPct val="150000"/>
              </a:lnSpc>
            </a:pPr>
            <a:endParaRPr lang="zh-CN" altLang="en-US" b="1" kern="100" dirty="0">
              <a:solidFill>
                <a:schemeClr val="tx1"/>
              </a:solidFill>
              <a:effectLst/>
            </a:endParaRPr>
          </a:p>
          <a:p>
            <a:pPr algn="just">
              <a:lnSpc>
                <a:spcPct val="150000"/>
              </a:lnSpc>
            </a:pPr>
            <a:endParaRPr lang="zh-CN" altLang="en-US" sz="1600" kern="100" dirty="0">
              <a:solidFill>
                <a:schemeClr val="tx1"/>
              </a:solidFill>
              <a:effectLst/>
            </a:endParaRPr>
          </a:p>
          <a:p>
            <a:pPr algn="just">
              <a:lnSpc>
                <a:spcPct val="150000"/>
              </a:lnSpc>
            </a:pPr>
            <a:endParaRPr lang="zh-CN" altLang="en-US" sz="1600" kern="100" dirty="0">
              <a:solidFill>
                <a:schemeClr val="tx1"/>
              </a:solidFill>
              <a:effectLst/>
            </a:endParaRPr>
          </a:p>
          <a:p>
            <a:pPr algn="just">
              <a:lnSpc>
                <a:spcPct val="150000"/>
              </a:lnSpc>
            </a:pPr>
            <a:endParaRPr lang="zh-CN" altLang="en-US" sz="1600" kern="100" dirty="0">
              <a:solidFill>
                <a:schemeClr val="tx1"/>
              </a:solidFill>
              <a:effectLst/>
            </a:endParaRPr>
          </a:p>
          <a:p>
            <a:pPr algn="just">
              <a:lnSpc>
                <a:spcPct val="150000"/>
              </a:lnSpc>
            </a:pPr>
            <a:endParaRPr lang="zh-CN" altLang="en-US" sz="1600" kern="100" dirty="0">
              <a:solidFill>
                <a:schemeClr val="tx1"/>
              </a:solidFill>
              <a:effectLst/>
            </a:endParaRPr>
          </a:p>
        </p:txBody>
      </p:sp>
      <p:sp>
        <p:nvSpPr>
          <p:cNvPr id="5" name="标题 4"/>
          <p:cNvSpPr>
            <a:spLocks noGrp="1"/>
          </p:cNvSpPr>
          <p:nvPr>
            <p:custDataLst>
              <p:tags r:id="rId2"/>
            </p:custDataLst>
          </p:nvPr>
        </p:nvSpPr>
        <p:spPr>
          <a:xfrm>
            <a:off x="695960" y="245065"/>
            <a:ext cx="10800000" cy="720000"/>
          </a:xfrm>
          <a:prstGeom prst="rect">
            <a:avLst/>
          </a:prstGeom>
        </p:spPr>
        <p:txBody>
          <a:bodyPr vert="horz" wrap="square" lIns="0" tIns="0" rIns="0" bIns="0" rtlCol="0" anchor="b">
            <a:normAutofit/>
          </a:bodyPr>
          <a:lstStyle>
            <a:lvl1pPr algn="l" defTabSz="914400" rtl="0" eaLnBrk="1" latinLnBrk="0" hangingPunct="1">
              <a:lnSpc>
                <a:spcPct val="100000"/>
              </a:lnSpc>
              <a:spcBef>
                <a:spcPct val="0"/>
              </a:spcBef>
              <a:buNone/>
              <a:defRPr sz="3200" b="1" kern="1200">
                <a:solidFill>
                  <a:schemeClr val="tx2"/>
                </a:solidFill>
                <a:latin typeface="+mj-lt"/>
                <a:ea typeface="+mj-ea"/>
                <a:cs typeface="+mj-cs"/>
              </a:defRPr>
            </a:lvl1pPr>
          </a:lstStyle>
          <a:p>
            <a:pPr lvl="0" algn="l">
              <a:buClrTx/>
              <a:buSzTx/>
              <a:buFontTx/>
            </a:pPr>
            <a:r>
              <a:rPr lang="zh-CN" altLang="en-US" dirty="0">
                <a:sym typeface="+mn-ea"/>
              </a:rPr>
              <a:t>研究内容与研究方法</a:t>
            </a:r>
            <a:r>
              <a:rPr lang="zh-CN" altLang="en-US" dirty="0">
                <a:sym typeface="+mn-ea"/>
              </a:rPr>
              <a:t>（模块一）</a:t>
            </a:r>
            <a:endParaRPr lang="zh-CN" altLang="en-US" dirty="0">
              <a:sym typeface="+mn-ea"/>
            </a:endParaRPr>
          </a:p>
        </p:txBody>
      </p:sp>
      <p:sp>
        <p:nvSpPr>
          <p:cNvPr id="3" name="文本框 2"/>
          <p:cNvSpPr txBox="1"/>
          <p:nvPr/>
        </p:nvSpPr>
        <p:spPr>
          <a:xfrm>
            <a:off x="7402830" y="1918335"/>
            <a:ext cx="4444365" cy="4629150"/>
          </a:xfrm>
          <a:prstGeom prst="rect">
            <a:avLst/>
          </a:prstGeom>
        </p:spPr>
        <p:txBody>
          <a:bodyPr wrap="square">
            <a:noAutofit/>
          </a:bodyPr>
          <a:p>
            <a:pPr indent="0" fontAlgn="auto">
              <a:lnSpc>
                <a:spcPts val="2500"/>
              </a:lnSpc>
            </a:pPr>
            <a:r>
              <a:rPr lang="en-US" altLang="zh-CN" sz="1600" b="1"/>
              <a:t>1.</a:t>
            </a:r>
            <a:r>
              <a:rPr lang="zh-CN" altLang="en-US" sz="1600" b="1"/>
              <a:t>方法选择：</a:t>
            </a:r>
            <a:r>
              <a:rPr lang="zh-CN" altLang="en-US" sz="1600"/>
              <a:t>基于动态因子模型的</a:t>
            </a:r>
            <a:r>
              <a:rPr lang="en-US" altLang="zh-CN" sz="1600"/>
              <a:t>TVP-FAVAR (</a:t>
            </a:r>
            <a:r>
              <a:rPr lang="zh-CN" altLang="en-US" sz="1600"/>
              <a:t>时变参数因子增广向量自回归</a:t>
            </a:r>
            <a:r>
              <a:rPr lang="en-US" altLang="zh-CN" sz="1600"/>
              <a:t>)</a:t>
            </a:r>
            <a:endParaRPr lang="en-US" altLang="zh-CN" sz="1600"/>
          </a:p>
          <a:p>
            <a:pPr indent="0" fontAlgn="auto">
              <a:lnSpc>
                <a:spcPts val="2500"/>
              </a:lnSpc>
            </a:pPr>
            <a:endParaRPr lang="en-US" altLang="zh-CN" sz="1600"/>
          </a:p>
          <a:p>
            <a:pPr indent="0" fontAlgn="auto">
              <a:lnSpc>
                <a:spcPts val="2500"/>
              </a:lnSpc>
            </a:pPr>
            <a:r>
              <a:rPr lang="en-US" altLang="zh-CN" sz="1600" b="1"/>
              <a:t>2.</a:t>
            </a:r>
            <a:r>
              <a:rPr lang="zh-CN" altLang="en-US" sz="1600" b="1"/>
              <a:t>韧性测度：</a:t>
            </a:r>
            <a:r>
              <a:rPr lang="zh-CN" altLang="en-US" sz="1600"/>
              <a:t>提取各子市场共同因子，利用脉冲响应值构造多维韧性</a:t>
            </a:r>
            <a:endParaRPr lang="zh-CN" altLang="en-US" sz="1600"/>
          </a:p>
          <a:p>
            <a:pPr indent="0" fontAlgn="auto">
              <a:lnSpc>
                <a:spcPts val="2500"/>
              </a:lnSpc>
            </a:pPr>
            <a:endParaRPr lang="en-US" altLang="zh-CN" sz="1600"/>
          </a:p>
          <a:p>
            <a:pPr indent="0" fontAlgn="auto">
              <a:lnSpc>
                <a:spcPts val="2500"/>
              </a:lnSpc>
            </a:pPr>
            <a:r>
              <a:rPr lang="en-US" altLang="zh-CN" sz="1600" b="1"/>
              <a:t>3.</a:t>
            </a:r>
            <a:r>
              <a:rPr lang="zh-CN" altLang="en-US" sz="1600" b="1"/>
              <a:t>分析层次：</a:t>
            </a:r>
            <a:endParaRPr lang="zh-CN" altLang="en-US" sz="1600" b="1"/>
          </a:p>
          <a:p>
            <a:pPr indent="0" fontAlgn="auto">
              <a:lnSpc>
                <a:spcPts val="2500"/>
              </a:lnSpc>
            </a:pPr>
            <a:r>
              <a:rPr lang="en-US" altLang="en-US" sz="1600" b="1" dirty="0">
                <a:effectLst/>
                <a:cs typeface="Times New Roman" panose="02020603050405020304" pitchFamily="18" charset="0"/>
                <a:sym typeface="+mn-ea"/>
              </a:rPr>
              <a:t>① </a:t>
            </a:r>
            <a:r>
              <a:rPr lang="zh-CN" altLang="en-US" sz="1600"/>
              <a:t>金融市场整体韧性</a:t>
            </a:r>
            <a:endParaRPr lang="zh-CN" altLang="en-US" sz="1600"/>
          </a:p>
          <a:p>
            <a:pPr indent="0" fontAlgn="auto">
              <a:lnSpc>
                <a:spcPts val="2500"/>
              </a:lnSpc>
            </a:pPr>
            <a:r>
              <a:rPr lang="en-US" altLang="en-US" sz="1600" b="1" dirty="0">
                <a:effectLst/>
                <a:cs typeface="Times New Roman" panose="02020603050405020304" pitchFamily="18" charset="0"/>
                <a:sym typeface="+mn-ea"/>
              </a:rPr>
              <a:t>② </a:t>
            </a:r>
            <a:r>
              <a:rPr lang="zh-CN" altLang="en-US" sz="1600"/>
              <a:t>各金融子市场韧性（如股票、债券、外汇等）</a:t>
            </a:r>
            <a:endParaRPr lang="zh-CN" altLang="en-US" sz="1600"/>
          </a:p>
        </p:txBody>
      </p:sp>
      <p:pic>
        <p:nvPicPr>
          <p:cNvPr id="8" name="图片 7"/>
          <p:cNvPicPr>
            <a:picLocks noChangeAspect="1"/>
          </p:cNvPicPr>
          <p:nvPr/>
        </p:nvPicPr>
        <p:blipFill>
          <a:blip r:embed="rId3"/>
          <a:stretch>
            <a:fillRect/>
          </a:stretch>
        </p:blipFill>
        <p:spPr>
          <a:xfrm>
            <a:off x="312420" y="1629410"/>
            <a:ext cx="7090410" cy="4979035"/>
          </a:xfrm>
          <a:prstGeom prst="rect">
            <a:avLst/>
          </a:prstGeom>
        </p:spPr>
      </p:pic>
    </p:spTree>
    <p:custDataLst>
      <p:tags r:id="rId4"/>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773430" y="1151890"/>
            <a:ext cx="11073765" cy="5456555"/>
          </a:xfrm>
          <a:prstGeom prst="rect">
            <a:avLst/>
          </a:prstGeom>
          <a:noFill/>
        </p:spPr>
        <p:txBody>
          <a:bodyPr wrap="square">
            <a:noAutofit/>
          </a:bodyPr>
          <a:lstStyle/>
          <a:p>
            <a:pPr algn="just">
              <a:lnSpc>
                <a:spcPct val="150000"/>
              </a:lnSpc>
            </a:pPr>
            <a:r>
              <a:rPr lang="en-US" altLang="zh-CN" b="1" kern="100" dirty="0">
                <a:solidFill>
                  <a:schemeClr val="tx1"/>
                </a:solidFill>
                <a:effectLst/>
              </a:rPr>
              <a:t>&gt;</a:t>
            </a:r>
            <a:r>
              <a:rPr lang="zh-CN" altLang="en-US" b="1" kern="100" dirty="0">
                <a:solidFill>
                  <a:schemeClr val="tx1"/>
                </a:solidFill>
                <a:effectLst/>
              </a:rPr>
              <a:t> 研究内容</a:t>
            </a:r>
            <a:endParaRPr lang="zh-CN" altLang="en-US" b="1" kern="100" dirty="0">
              <a:solidFill>
                <a:schemeClr val="tx1"/>
              </a:solidFill>
              <a:effectLst/>
            </a:endParaRPr>
          </a:p>
          <a:p>
            <a:pPr algn="just">
              <a:lnSpc>
                <a:spcPct val="150000"/>
              </a:lnSpc>
            </a:pPr>
            <a:endParaRPr lang="zh-CN" altLang="en-US" b="1" kern="100" dirty="0">
              <a:solidFill>
                <a:schemeClr val="tx1"/>
              </a:solidFill>
              <a:effectLst/>
            </a:endParaRPr>
          </a:p>
          <a:p>
            <a:pPr algn="just">
              <a:lnSpc>
                <a:spcPct val="150000"/>
              </a:lnSpc>
            </a:pPr>
            <a:endParaRPr lang="zh-CN" altLang="en-US" b="1" kern="100" dirty="0">
              <a:solidFill>
                <a:schemeClr val="tx1"/>
              </a:solidFill>
              <a:effectLst/>
            </a:endParaRPr>
          </a:p>
          <a:p>
            <a:pPr algn="just">
              <a:lnSpc>
                <a:spcPct val="150000"/>
              </a:lnSpc>
            </a:pPr>
            <a:endParaRPr lang="zh-CN" altLang="en-US" sz="1600" kern="100" dirty="0">
              <a:solidFill>
                <a:schemeClr val="tx1"/>
              </a:solidFill>
              <a:effectLst/>
            </a:endParaRPr>
          </a:p>
          <a:p>
            <a:pPr algn="just">
              <a:lnSpc>
                <a:spcPct val="150000"/>
              </a:lnSpc>
            </a:pPr>
            <a:endParaRPr lang="zh-CN" altLang="en-US" sz="1600" kern="100" dirty="0">
              <a:solidFill>
                <a:schemeClr val="tx1"/>
              </a:solidFill>
              <a:effectLst/>
            </a:endParaRPr>
          </a:p>
          <a:p>
            <a:pPr algn="just">
              <a:lnSpc>
                <a:spcPct val="150000"/>
              </a:lnSpc>
            </a:pPr>
            <a:endParaRPr lang="zh-CN" altLang="en-US" sz="1600" kern="100" dirty="0">
              <a:solidFill>
                <a:schemeClr val="tx1"/>
              </a:solidFill>
              <a:effectLst/>
            </a:endParaRPr>
          </a:p>
          <a:p>
            <a:pPr algn="just">
              <a:lnSpc>
                <a:spcPct val="150000"/>
              </a:lnSpc>
            </a:pPr>
            <a:endParaRPr lang="zh-CN" altLang="en-US" sz="1600" kern="100" dirty="0">
              <a:solidFill>
                <a:schemeClr val="tx1"/>
              </a:solidFill>
              <a:effectLst/>
            </a:endParaRPr>
          </a:p>
        </p:txBody>
      </p:sp>
      <p:sp>
        <p:nvSpPr>
          <p:cNvPr id="5" name="标题 4"/>
          <p:cNvSpPr>
            <a:spLocks noGrp="1"/>
          </p:cNvSpPr>
          <p:nvPr>
            <p:custDataLst>
              <p:tags r:id="rId2"/>
            </p:custDataLst>
          </p:nvPr>
        </p:nvSpPr>
        <p:spPr>
          <a:xfrm>
            <a:off x="695960" y="236810"/>
            <a:ext cx="10800000" cy="720000"/>
          </a:xfrm>
          <a:prstGeom prst="rect">
            <a:avLst/>
          </a:prstGeom>
        </p:spPr>
        <p:txBody>
          <a:bodyPr vert="horz" wrap="square" lIns="0" tIns="0" rIns="0" bIns="0" rtlCol="0" anchor="b">
            <a:normAutofit/>
          </a:bodyPr>
          <a:lstStyle>
            <a:lvl1pPr algn="l" defTabSz="914400" rtl="0" eaLnBrk="1" latinLnBrk="0" hangingPunct="1">
              <a:lnSpc>
                <a:spcPct val="100000"/>
              </a:lnSpc>
              <a:spcBef>
                <a:spcPct val="0"/>
              </a:spcBef>
              <a:buNone/>
              <a:defRPr sz="3200" b="1" kern="1200">
                <a:solidFill>
                  <a:schemeClr val="tx2"/>
                </a:solidFill>
                <a:latin typeface="+mj-lt"/>
                <a:ea typeface="+mj-ea"/>
                <a:cs typeface="+mj-cs"/>
              </a:defRPr>
            </a:lvl1pPr>
          </a:lstStyle>
          <a:p>
            <a:pPr lvl="0" algn="l">
              <a:buClrTx/>
              <a:buSzTx/>
              <a:buFontTx/>
            </a:pPr>
            <a:r>
              <a:rPr lang="zh-CN" altLang="en-US" dirty="0">
                <a:sym typeface="+mn-ea"/>
              </a:rPr>
              <a:t>研究内容与研究方法（模块二）</a:t>
            </a:r>
            <a:endParaRPr lang="en-US" altLang="zh-CN" dirty="0">
              <a:sym typeface="+mn-ea"/>
            </a:endParaRPr>
          </a:p>
        </p:txBody>
      </p:sp>
      <p:sp>
        <p:nvSpPr>
          <p:cNvPr id="3" name="文本框 2"/>
          <p:cNvSpPr txBox="1"/>
          <p:nvPr/>
        </p:nvSpPr>
        <p:spPr>
          <a:xfrm>
            <a:off x="7402830" y="1918335"/>
            <a:ext cx="4444365" cy="4629150"/>
          </a:xfrm>
          <a:prstGeom prst="rect">
            <a:avLst/>
          </a:prstGeom>
        </p:spPr>
        <p:txBody>
          <a:bodyPr wrap="square">
            <a:noAutofit/>
          </a:bodyPr>
          <a:p>
            <a:pPr fontAlgn="auto">
              <a:lnSpc>
                <a:spcPts val="2500"/>
              </a:lnSpc>
            </a:pPr>
            <a:r>
              <a:rPr lang="en-US" altLang="zh-CN" sz="1600" b="1"/>
              <a:t>1.</a:t>
            </a:r>
            <a:r>
              <a:rPr lang="zh-CN" altLang="en-US" sz="1600" b="1"/>
              <a:t>方法选择：</a:t>
            </a:r>
            <a:r>
              <a:rPr lang="en-US" altLang="zh-CN" sz="1600"/>
              <a:t>DK</a:t>
            </a:r>
            <a:r>
              <a:rPr lang="zh-CN" altLang="en-US" sz="1600"/>
              <a:t>、</a:t>
            </a:r>
            <a:r>
              <a:rPr lang="en-US" altLang="zh-CN" sz="1600"/>
              <a:t>BK</a:t>
            </a:r>
            <a:endParaRPr lang="zh-CN" altLang="en-US" sz="1600"/>
          </a:p>
          <a:p>
            <a:pPr indent="457200" fontAlgn="auto">
              <a:lnSpc>
                <a:spcPts val="2500"/>
              </a:lnSpc>
            </a:pPr>
            <a:endParaRPr lang="zh-CN" altLang="en-US" sz="1600"/>
          </a:p>
          <a:p>
            <a:pPr fontAlgn="auto">
              <a:lnSpc>
                <a:spcPts val="2500"/>
              </a:lnSpc>
            </a:pPr>
            <a:r>
              <a:rPr lang="en-US" altLang="zh-CN" sz="1600" b="1"/>
              <a:t>2.</a:t>
            </a:r>
            <a:r>
              <a:rPr lang="zh-CN" altLang="en-US" sz="1600" b="1"/>
              <a:t>多维度网络结构：</a:t>
            </a:r>
            <a:endParaRPr lang="zh-CN" altLang="en-US" sz="1600" b="1"/>
          </a:p>
          <a:p>
            <a:pPr fontAlgn="auto">
              <a:lnSpc>
                <a:spcPts val="2500"/>
              </a:lnSpc>
            </a:pPr>
            <a:r>
              <a:rPr lang="en-US" altLang="en-US" sz="1600" b="1" dirty="0">
                <a:effectLst/>
                <a:cs typeface="Times New Roman" panose="02020603050405020304" pitchFamily="18" charset="0"/>
                <a:sym typeface="+mn-ea"/>
              </a:rPr>
              <a:t>① </a:t>
            </a:r>
            <a:r>
              <a:rPr lang="zh-CN" altLang="en-US" sz="1600"/>
              <a:t>时域韧性关联网络</a:t>
            </a:r>
            <a:endParaRPr lang="zh-CN" altLang="en-US" sz="1600"/>
          </a:p>
          <a:p>
            <a:pPr fontAlgn="auto">
              <a:lnSpc>
                <a:spcPts val="2500"/>
              </a:lnSpc>
            </a:pPr>
            <a:r>
              <a:rPr lang="en-US" altLang="en-US" sz="1600" b="1" dirty="0">
                <a:effectLst/>
                <a:cs typeface="Times New Roman" panose="02020603050405020304" pitchFamily="18" charset="0"/>
                <a:sym typeface="+mn-ea"/>
              </a:rPr>
              <a:t>② </a:t>
            </a:r>
            <a:r>
              <a:rPr lang="zh-CN" altLang="en-US" sz="1600" b="1" dirty="0">
                <a:effectLst/>
                <a:cs typeface="Times New Roman" panose="02020603050405020304" pitchFamily="18" charset="0"/>
                <a:sym typeface="+mn-ea"/>
              </a:rPr>
              <a:t>频域韧性关联网络</a:t>
            </a:r>
            <a:r>
              <a:rPr lang="zh-CN" altLang="en-US" sz="1600" dirty="0">
                <a:effectLst/>
                <a:cs typeface="Times New Roman" panose="02020603050405020304" pitchFamily="18" charset="0"/>
                <a:sym typeface="+mn-ea"/>
              </a:rPr>
              <a:t>（捕捉不同时间尺度的韧性特征）</a:t>
            </a:r>
            <a:endParaRPr lang="zh-CN" altLang="en-US" sz="1600" b="1" dirty="0">
              <a:effectLst/>
              <a:cs typeface="Times New Roman" panose="02020603050405020304" pitchFamily="18" charset="0"/>
              <a:sym typeface="+mn-ea"/>
            </a:endParaRPr>
          </a:p>
          <a:p>
            <a:pPr fontAlgn="auto">
              <a:lnSpc>
                <a:spcPts val="2500"/>
              </a:lnSpc>
            </a:pPr>
            <a:endParaRPr lang="zh-CN" altLang="en-US" sz="1600"/>
          </a:p>
          <a:p>
            <a:pPr fontAlgn="auto">
              <a:lnSpc>
                <a:spcPts val="2500"/>
              </a:lnSpc>
            </a:pPr>
            <a:r>
              <a:rPr lang="en-US" altLang="zh-CN" sz="1600" b="1" dirty="0">
                <a:effectLst/>
                <a:cs typeface="Times New Roman" panose="02020603050405020304" pitchFamily="18" charset="0"/>
                <a:sym typeface="+mn-ea"/>
              </a:rPr>
              <a:t>3.</a:t>
            </a:r>
            <a:r>
              <a:rPr lang="zh-CN" altLang="en-US" sz="1600" b="1" dirty="0">
                <a:effectLst/>
                <a:cs typeface="Times New Roman" panose="02020603050405020304" pitchFamily="18" charset="0"/>
                <a:sym typeface="+mn-ea"/>
              </a:rPr>
              <a:t>网络动态特性分析：</a:t>
            </a:r>
            <a:endParaRPr lang="zh-CN" altLang="en-US" sz="1600" b="1" dirty="0">
              <a:effectLst/>
              <a:cs typeface="Times New Roman" panose="02020603050405020304" pitchFamily="18" charset="0"/>
              <a:sym typeface="+mn-ea"/>
            </a:endParaRPr>
          </a:p>
          <a:p>
            <a:pPr fontAlgn="auto">
              <a:lnSpc>
                <a:spcPts val="2500"/>
              </a:lnSpc>
            </a:pPr>
            <a:r>
              <a:rPr lang="en-US" altLang="en-US" sz="1600" dirty="0">
                <a:effectLst/>
                <a:cs typeface="Times New Roman" panose="02020603050405020304" pitchFamily="18" charset="0"/>
                <a:sym typeface="+mn-ea"/>
              </a:rPr>
              <a:t>① </a:t>
            </a:r>
            <a:r>
              <a:rPr lang="zh-CN" altLang="en-US" sz="1600" dirty="0">
                <a:effectLst/>
                <a:cs typeface="Times New Roman" panose="02020603050405020304" pitchFamily="18" charset="0"/>
                <a:sym typeface="+mn-ea"/>
              </a:rPr>
              <a:t>网络拓扑特征演变规律（如中心性、聚类系数等）</a:t>
            </a:r>
            <a:endParaRPr lang="zh-CN" altLang="en-US" sz="1600" dirty="0">
              <a:effectLst/>
              <a:cs typeface="Times New Roman" panose="02020603050405020304" pitchFamily="18" charset="0"/>
              <a:sym typeface="+mn-ea"/>
            </a:endParaRPr>
          </a:p>
          <a:p>
            <a:pPr fontAlgn="auto">
              <a:lnSpc>
                <a:spcPts val="2500"/>
              </a:lnSpc>
            </a:pPr>
            <a:r>
              <a:rPr lang="en-US" altLang="en-US" sz="1600" dirty="0">
                <a:effectLst/>
                <a:cs typeface="Times New Roman" panose="02020603050405020304" pitchFamily="18" charset="0"/>
                <a:sym typeface="+mn-ea"/>
              </a:rPr>
              <a:t>② </a:t>
            </a:r>
            <a:r>
              <a:rPr lang="zh-CN" altLang="en-US" sz="1600"/>
              <a:t>边际净效应溢出网络分析</a:t>
            </a:r>
            <a:endParaRPr lang="zh-CN" altLang="en-US" sz="1600"/>
          </a:p>
        </p:txBody>
      </p:sp>
      <p:pic>
        <p:nvPicPr>
          <p:cNvPr id="7" name="图片 6"/>
          <p:cNvPicPr>
            <a:picLocks noChangeAspect="1"/>
          </p:cNvPicPr>
          <p:nvPr/>
        </p:nvPicPr>
        <p:blipFill>
          <a:blip r:embed="rId3"/>
          <a:stretch>
            <a:fillRect/>
          </a:stretch>
        </p:blipFill>
        <p:spPr>
          <a:xfrm>
            <a:off x="318135" y="1666240"/>
            <a:ext cx="7084695" cy="4942840"/>
          </a:xfrm>
          <a:prstGeom prst="rect">
            <a:avLst/>
          </a:prstGeom>
        </p:spPr>
      </p:pic>
    </p:spTree>
    <p:custDataLst>
      <p:tags r:id="rId4"/>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773430" y="1151890"/>
            <a:ext cx="11073765" cy="5456555"/>
          </a:xfrm>
          <a:prstGeom prst="rect">
            <a:avLst/>
          </a:prstGeom>
          <a:noFill/>
        </p:spPr>
        <p:txBody>
          <a:bodyPr wrap="square">
            <a:noAutofit/>
          </a:bodyPr>
          <a:lstStyle/>
          <a:p>
            <a:pPr algn="just">
              <a:lnSpc>
                <a:spcPct val="150000"/>
              </a:lnSpc>
            </a:pPr>
            <a:r>
              <a:rPr lang="en-US" altLang="zh-CN" b="1" kern="100" dirty="0">
                <a:solidFill>
                  <a:schemeClr val="tx1"/>
                </a:solidFill>
                <a:effectLst/>
              </a:rPr>
              <a:t>&gt;</a:t>
            </a:r>
            <a:r>
              <a:rPr lang="zh-CN" altLang="en-US" b="1" kern="100" dirty="0">
                <a:solidFill>
                  <a:schemeClr val="tx1"/>
                </a:solidFill>
                <a:effectLst/>
              </a:rPr>
              <a:t> 研究内容</a:t>
            </a:r>
            <a:endParaRPr lang="zh-CN" altLang="en-US" b="1" kern="100" dirty="0">
              <a:solidFill>
                <a:schemeClr val="tx1"/>
              </a:solidFill>
              <a:effectLst/>
            </a:endParaRPr>
          </a:p>
          <a:p>
            <a:pPr algn="just">
              <a:lnSpc>
                <a:spcPct val="150000"/>
              </a:lnSpc>
            </a:pPr>
            <a:endParaRPr lang="zh-CN" altLang="en-US" b="1" kern="100" dirty="0">
              <a:solidFill>
                <a:schemeClr val="tx1"/>
              </a:solidFill>
              <a:effectLst/>
            </a:endParaRPr>
          </a:p>
          <a:p>
            <a:pPr algn="just">
              <a:lnSpc>
                <a:spcPct val="150000"/>
              </a:lnSpc>
            </a:pPr>
            <a:endParaRPr lang="zh-CN" altLang="en-US" b="1" kern="100" dirty="0">
              <a:solidFill>
                <a:schemeClr val="tx1"/>
              </a:solidFill>
              <a:effectLst/>
            </a:endParaRPr>
          </a:p>
          <a:p>
            <a:pPr algn="just">
              <a:lnSpc>
                <a:spcPct val="150000"/>
              </a:lnSpc>
            </a:pPr>
            <a:endParaRPr lang="zh-CN" altLang="en-US" sz="1600" kern="100" dirty="0">
              <a:solidFill>
                <a:schemeClr val="tx1"/>
              </a:solidFill>
              <a:effectLst/>
            </a:endParaRPr>
          </a:p>
          <a:p>
            <a:pPr algn="just">
              <a:lnSpc>
                <a:spcPct val="150000"/>
              </a:lnSpc>
            </a:pPr>
            <a:endParaRPr lang="zh-CN" altLang="en-US" sz="1600" kern="100" dirty="0">
              <a:solidFill>
                <a:schemeClr val="tx1"/>
              </a:solidFill>
              <a:effectLst/>
            </a:endParaRPr>
          </a:p>
          <a:p>
            <a:pPr algn="just">
              <a:lnSpc>
                <a:spcPct val="150000"/>
              </a:lnSpc>
            </a:pPr>
            <a:endParaRPr lang="zh-CN" altLang="en-US" sz="1600" kern="100" dirty="0">
              <a:solidFill>
                <a:schemeClr val="tx1"/>
              </a:solidFill>
              <a:effectLst/>
            </a:endParaRPr>
          </a:p>
          <a:p>
            <a:pPr algn="just">
              <a:lnSpc>
                <a:spcPct val="150000"/>
              </a:lnSpc>
            </a:pPr>
            <a:endParaRPr lang="zh-CN" altLang="en-US" sz="1600" kern="100" dirty="0">
              <a:solidFill>
                <a:schemeClr val="tx1"/>
              </a:solidFill>
              <a:effectLst/>
            </a:endParaRPr>
          </a:p>
        </p:txBody>
      </p:sp>
      <p:sp>
        <p:nvSpPr>
          <p:cNvPr id="5" name="标题 4"/>
          <p:cNvSpPr>
            <a:spLocks noGrp="1"/>
          </p:cNvSpPr>
          <p:nvPr>
            <p:custDataLst>
              <p:tags r:id="rId2"/>
            </p:custDataLst>
          </p:nvPr>
        </p:nvSpPr>
        <p:spPr>
          <a:xfrm>
            <a:off x="695960" y="271735"/>
            <a:ext cx="10800000" cy="720000"/>
          </a:xfrm>
          <a:prstGeom prst="rect">
            <a:avLst/>
          </a:prstGeom>
        </p:spPr>
        <p:txBody>
          <a:bodyPr vert="horz" wrap="square" lIns="0" tIns="0" rIns="0" bIns="0" rtlCol="0" anchor="b">
            <a:normAutofit/>
          </a:bodyPr>
          <a:lstStyle>
            <a:lvl1pPr algn="l" defTabSz="914400" rtl="0" eaLnBrk="1" latinLnBrk="0" hangingPunct="1">
              <a:lnSpc>
                <a:spcPct val="100000"/>
              </a:lnSpc>
              <a:spcBef>
                <a:spcPct val="0"/>
              </a:spcBef>
              <a:buNone/>
              <a:defRPr sz="3200" b="1" kern="1200">
                <a:solidFill>
                  <a:schemeClr val="tx2"/>
                </a:solidFill>
                <a:latin typeface="+mj-lt"/>
                <a:ea typeface="+mj-ea"/>
                <a:cs typeface="+mj-cs"/>
              </a:defRPr>
            </a:lvl1pPr>
          </a:lstStyle>
          <a:p>
            <a:pPr lvl="0" algn="l">
              <a:buClrTx/>
              <a:buSzTx/>
              <a:buFontTx/>
            </a:pPr>
            <a:r>
              <a:rPr lang="zh-CN" altLang="en-US" dirty="0">
                <a:sym typeface="+mn-ea"/>
              </a:rPr>
              <a:t>研究内容与研究方法</a:t>
            </a:r>
            <a:r>
              <a:rPr lang="zh-CN" altLang="en-US" dirty="0">
                <a:sym typeface="+mn-ea"/>
              </a:rPr>
              <a:t>（模块三）</a:t>
            </a:r>
            <a:endParaRPr lang="zh-CN" altLang="en-US" dirty="0">
              <a:sym typeface="+mn-ea"/>
            </a:endParaRPr>
          </a:p>
        </p:txBody>
      </p:sp>
      <p:sp>
        <p:nvSpPr>
          <p:cNvPr id="3" name="文本框 2"/>
          <p:cNvSpPr txBox="1"/>
          <p:nvPr/>
        </p:nvSpPr>
        <p:spPr>
          <a:xfrm>
            <a:off x="7402830" y="1918335"/>
            <a:ext cx="4444365" cy="4629150"/>
          </a:xfrm>
          <a:prstGeom prst="rect">
            <a:avLst/>
          </a:prstGeom>
        </p:spPr>
        <p:txBody>
          <a:bodyPr wrap="square">
            <a:noAutofit/>
          </a:bodyPr>
          <a:p>
            <a:pPr indent="0" fontAlgn="auto">
              <a:lnSpc>
                <a:spcPts val="2500"/>
              </a:lnSpc>
            </a:pPr>
            <a:r>
              <a:rPr lang="en-US" altLang="zh-CN" sz="1600" b="1"/>
              <a:t>1.</a:t>
            </a:r>
            <a:r>
              <a:rPr lang="zh-CN" altLang="en-US" sz="1600" b="1"/>
              <a:t>指标构建</a:t>
            </a:r>
            <a:r>
              <a:rPr lang="zh-CN" altLang="en-US" sz="1600" b="1"/>
              <a:t>：</a:t>
            </a:r>
            <a:endParaRPr lang="zh-CN" altLang="en-US" sz="1600" b="1"/>
          </a:p>
          <a:p>
            <a:pPr indent="0" fontAlgn="auto">
              <a:lnSpc>
                <a:spcPts val="2500"/>
              </a:lnSpc>
            </a:pPr>
            <a:r>
              <a:rPr lang="en-US" altLang="en-US" sz="1600" b="1" dirty="0">
                <a:effectLst/>
                <a:cs typeface="Times New Roman" panose="02020603050405020304" pitchFamily="18" charset="0"/>
                <a:sym typeface="+mn-ea"/>
              </a:rPr>
              <a:t>① </a:t>
            </a:r>
            <a:r>
              <a:rPr lang="zh-CN" altLang="en-US" sz="1600"/>
              <a:t>结构化数据（传统金融指标、宏观经济数据等）</a:t>
            </a:r>
            <a:endParaRPr lang="zh-CN" altLang="en-US" sz="1600"/>
          </a:p>
          <a:p>
            <a:pPr indent="0" fontAlgn="auto">
              <a:lnSpc>
                <a:spcPts val="2500"/>
              </a:lnSpc>
            </a:pPr>
            <a:r>
              <a:rPr lang="en-US" altLang="en-US" sz="1600" b="1" dirty="0">
                <a:effectLst/>
                <a:cs typeface="Times New Roman" panose="02020603050405020304" pitchFamily="18" charset="0"/>
                <a:sym typeface="+mn-ea"/>
              </a:rPr>
              <a:t>② </a:t>
            </a:r>
            <a:r>
              <a:rPr lang="zh-CN" altLang="en-US" sz="1600" dirty="0">
                <a:effectLst/>
                <a:cs typeface="Times New Roman" panose="02020603050405020304" pitchFamily="18" charset="0"/>
                <a:sym typeface="+mn-ea"/>
              </a:rPr>
              <a:t>非结构化数据（新闻情绪、投资者预期等）</a:t>
            </a:r>
            <a:endParaRPr lang="zh-CN" altLang="en-US" sz="1600" b="1" dirty="0">
              <a:effectLst/>
              <a:cs typeface="Times New Roman" panose="02020603050405020304" pitchFamily="18" charset="0"/>
              <a:sym typeface="+mn-ea"/>
            </a:endParaRPr>
          </a:p>
          <a:p>
            <a:pPr indent="0" fontAlgn="auto">
              <a:lnSpc>
                <a:spcPts val="2500"/>
              </a:lnSpc>
            </a:pPr>
            <a:r>
              <a:rPr lang="en-US" altLang="en-US" sz="1600" b="1" dirty="0">
                <a:effectLst/>
                <a:cs typeface="Times New Roman" panose="02020603050405020304" pitchFamily="18" charset="0"/>
                <a:sym typeface="+mn-ea"/>
              </a:rPr>
              <a:t>③ </a:t>
            </a:r>
            <a:r>
              <a:rPr lang="zh-CN" altLang="en-US" sz="1600" b="1"/>
              <a:t>网络拓扑指标（从模块二获得的网络特征）</a:t>
            </a:r>
            <a:endParaRPr lang="zh-CN" altLang="en-US" sz="1600"/>
          </a:p>
          <a:p>
            <a:pPr indent="0" fontAlgn="auto">
              <a:lnSpc>
                <a:spcPts val="2500"/>
              </a:lnSpc>
            </a:pPr>
            <a:endParaRPr lang="en-US" altLang="zh-CN" sz="1600"/>
          </a:p>
          <a:p>
            <a:pPr indent="0" fontAlgn="auto">
              <a:lnSpc>
                <a:spcPts val="2500"/>
              </a:lnSpc>
            </a:pPr>
            <a:r>
              <a:rPr lang="en-US" altLang="zh-CN" sz="1600" b="1"/>
              <a:t>2.</a:t>
            </a:r>
            <a:r>
              <a:rPr lang="zh-CN" altLang="en-US" sz="1600" b="1"/>
              <a:t>预测</a:t>
            </a:r>
            <a:r>
              <a:rPr lang="zh-CN" altLang="en-US" sz="1600" b="1"/>
              <a:t>方法：</a:t>
            </a:r>
            <a:endParaRPr lang="zh-CN" altLang="en-US" sz="1600" b="1"/>
          </a:p>
          <a:p>
            <a:pPr indent="0" fontAlgn="auto">
              <a:lnSpc>
                <a:spcPts val="2500"/>
              </a:lnSpc>
            </a:pPr>
            <a:r>
              <a:rPr lang="en-US" altLang="en-US" sz="1600" b="1" dirty="0">
                <a:effectLst/>
                <a:cs typeface="Times New Roman" panose="02020603050405020304" pitchFamily="18" charset="0"/>
                <a:sym typeface="+mn-ea"/>
              </a:rPr>
              <a:t>① </a:t>
            </a:r>
            <a:r>
              <a:rPr lang="en-US" altLang="zh-CN" sz="1600"/>
              <a:t>RR-MIDAS</a:t>
            </a:r>
            <a:r>
              <a:rPr lang="zh-CN" altLang="en-US" sz="1600"/>
              <a:t>：解决不同频率数据整合问题。</a:t>
            </a:r>
            <a:endParaRPr lang="zh-CN" altLang="en-US" sz="1600"/>
          </a:p>
          <a:p>
            <a:pPr indent="0" fontAlgn="auto">
              <a:lnSpc>
                <a:spcPts val="2500"/>
              </a:lnSpc>
            </a:pPr>
            <a:r>
              <a:rPr lang="en-US" altLang="en-US" sz="1600" b="1" dirty="0">
                <a:effectLst/>
                <a:cs typeface="Times New Roman" panose="02020603050405020304" pitchFamily="18" charset="0"/>
                <a:sym typeface="+mn-ea"/>
              </a:rPr>
              <a:t>②</a:t>
            </a:r>
            <a:r>
              <a:rPr lang="zh-CN" altLang="en-US" sz="1600" dirty="0">
                <a:effectLst/>
                <a:cs typeface="Times New Roman" panose="02020603050405020304" pitchFamily="18" charset="0"/>
                <a:sym typeface="+mn-ea"/>
              </a:rPr>
              <a:t>深度学习模型：提升预测精度</a:t>
            </a:r>
            <a:endParaRPr lang="zh-CN" altLang="en-US" sz="1600" b="1" dirty="0">
              <a:effectLst/>
              <a:cs typeface="Times New Roman" panose="02020603050405020304" pitchFamily="18" charset="0"/>
              <a:sym typeface="+mn-ea"/>
            </a:endParaRPr>
          </a:p>
          <a:p>
            <a:endParaRPr lang="en-US" altLang="zh-CN" sz="1600"/>
          </a:p>
          <a:p>
            <a:endParaRPr lang="zh-CN" altLang="en-US" sz="1600"/>
          </a:p>
        </p:txBody>
      </p:sp>
      <p:pic>
        <p:nvPicPr>
          <p:cNvPr id="7" name="图片 6"/>
          <p:cNvPicPr>
            <a:picLocks noChangeAspect="1"/>
          </p:cNvPicPr>
          <p:nvPr/>
        </p:nvPicPr>
        <p:blipFill>
          <a:blip r:embed="rId3"/>
          <a:stretch>
            <a:fillRect/>
          </a:stretch>
        </p:blipFill>
        <p:spPr>
          <a:xfrm>
            <a:off x="398145" y="1692275"/>
            <a:ext cx="7024370" cy="4916805"/>
          </a:xfrm>
          <a:prstGeom prst="rect">
            <a:avLst/>
          </a:prstGeom>
        </p:spPr>
      </p:pic>
    </p:spTree>
    <p:custDataLst>
      <p:tags r:id="rId4"/>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custDataLst>
              <p:tags r:id="rId1"/>
            </p:custDataLst>
          </p:nvPr>
        </p:nvSpPr>
        <p:spPr>
          <a:xfrm>
            <a:off x="568960" y="1237615"/>
            <a:ext cx="10770870" cy="5086985"/>
          </a:xfrm>
          <a:prstGeom prst="rect">
            <a:avLst/>
          </a:prstGeom>
          <a:noFill/>
        </p:spPr>
        <p:txBody>
          <a:bodyPr wrap="square">
            <a:noAutofit/>
          </a:bodyPr>
          <a:lstStyle/>
          <a:p>
            <a:pPr algn="just">
              <a:lnSpc>
                <a:spcPct val="150000"/>
              </a:lnSpc>
            </a:pPr>
            <a:r>
              <a:rPr lang="zh-CN" sz="1600" dirty="0">
                <a:solidFill>
                  <a:schemeClr val="tx1"/>
                </a:solidFill>
                <a:latin typeface="Times New Roman" panose="02020603050405020304" pitchFamily="18" charset="0"/>
                <a:cs typeface="Times New Roman" panose="02020603050405020304" pitchFamily="18" charset="0"/>
              </a:rPr>
              <a:t>近</a:t>
            </a:r>
            <a:r>
              <a:rPr lang="en-US" altLang="zh-CN" sz="1600" b="1" dirty="0">
                <a:solidFill>
                  <a:schemeClr val="tx1"/>
                </a:solidFill>
                <a:latin typeface="Times New Roman" panose="02020603050405020304" pitchFamily="18" charset="0"/>
                <a:cs typeface="Times New Roman" panose="02020603050405020304" pitchFamily="18" charset="0"/>
              </a:rPr>
              <a:t>3</a:t>
            </a:r>
            <a:r>
              <a:rPr lang="zh-CN" altLang="en-US" sz="1600" dirty="0">
                <a:solidFill>
                  <a:schemeClr val="tx1"/>
                </a:solidFill>
                <a:latin typeface="Times New Roman" panose="02020603050405020304" pitchFamily="18" charset="0"/>
                <a:cs typeface="Times New Roman" panose="02020603050405020304" pitchFamily="18" charset="0"/>
              </a:rPr>
              <a:t>年围绕</a:t>
            </a:r>
            <a:r>
              <a:rPr lang="zh-CN" altLang="en-US" sz="1600" dirty="0">
                <a:latin typeface="Times New Roman" panose="02020603050405020304" pitchFamily="18" charset="0"/>
                <a:cs typeface="Times New Roman" panose="02020603050405020304" pitchFamily="18" charset="0"/>
                <a:sym typeface="+mn-ea"/>
              </a:rPr>
              <a:t>波动率预测与</a:t>
            </a:r>
            <a:r>
              <a:rPr lang="zh-CN" altLang="en-US" sz="1600" dirty="0">
                <a:solidFill>
                  <a:schemeClr val="tx1"/>
                </a:solidFill>
                <a:latin typeface="Times New Roman" panose="02020603050405020304" pitchFamily="18" charset="0"/>
                <a:cs typeface="Times New Roman" panose="02020603050405020304" pitchFamily="18" charset="0"/>
              </a:rPr>
              <a:t>金融风险管理发表</a:t>
            </a:r>
            <a:r>
              <a:rPr lang="en-US" altLang="zh-CN" sz="1600" b="1" dirty="0">
                <a:solidFill>
                  <a:schemeClr val="tx1"/>
                </a:solidFill>
                <a:latin typeface="Times New Roman" panose="02020603050405020304" pitchFamily="18" charset="0"/>
                <a:cs typeface="Times New Roman" panose="02020603050405020304" pitchFamily="18" charset="0"/>
              </a:rPr>
              <a:t>4</a:t>
            </a:r>
            <a:r>
              <a:rPr lang="zh-CN" altLang="en-US" sz="1600" dirty="0">
                <a:solidFill>
                  <a:schemeClr val="tx1"/>
                </a:solidFill>
                <a:latin typeface="Times New Roman" panose="02020603050405020304" pitchFamily="18" charset="0"/>
                <a:cs typeface="Times New Roman" panose="02020603050405020304" pitchFamily="18" charset="0"/>
              </a:rPr>
              <a:t>篇学术论文，其中中科院</a:t>
            </a:r>
            <a:r>
              <a:rPr lang="zh-CN" altLang="en-US" sz="1600" b="1" dirty="0">
                <a:solidFill>
                  <a:schemeClr val="tx1"/>
                </a:solidFill>
                <a:latin typeface="Times New Roman" panose="02020603050405020304" pitchFamily="18" charset="0"/>
                <a:cs typeface="Times New Roman" panose="02020603050405020304" pitchFamily="18" charset="0"/>
              </a:rPr>
              <a:t>二区</a:t>
            </a:r>
            <a:r>
              <a:rPr lang="zh-CN" altLang="en-US" sz="1600" dirty="0">
                <a:solidFill>
                  <a:schemeClr val="tx1"/>
                </a:solidFill>
                <a:latin typeface="Times New Roman" panose="02020603050405020304" pitchFamily="18" charset="0"/>
                <a:cs typeface="Times New Roman" panose="02020603050405020304" pitchFamily="18" charset="0"/>
              </a:rPr>
              <a:t>以上</a:t>
            </a:r>
            <a:r>
              <a:rPr lang="en-US" altLang="zh-CN" sz="1600" dirty="0">
                <a:solidFill>
                  <a:schemeClr val="tx1"/>
                </a:solidFill>
                <a:latin typeface="Times New Roman" panose="02020603050405020304" pitchFamily="18" charset="0"/>
                <a:cs typeface="Times New Roman" panose="02020603050405020304" pitchFamily="18" charset="0"/>
              </a:rPr>
              <a:t>3</a:t>
            </a:r>
            <a:r>
              <a:rPr lang="zh-CN" altLang="en-US" sz="1600" dirty="0">
                <a:solidFill>
                  <a:schemeClr val="tx1"/>
                </a:solidFill>
                <a:latin typeface="Times New Roman" panose="02020603050405020304" pitchFamily="18" charset="0"/>
                <a:cs typeface="Times New Roman" panose="02020603050405020304" pitchFamily="18" charset="0"/>
              </a:rPr>
              <a:t>篇：</a:t>
            </a:r>
            <a:endParaRPr sz="1600" dirty="0">
              <a:solidFill>
                <a:schemeClr val="tx1"/>
              </a:solidFill>
              <a:latin typeface="Times New Roman" panose="02020603050405020304" pitchFamily="18" charset="0"/>
              <a:cs typeface="Times New Roman" panose="02020603050405020304" pitchFamily="18" charset="0"/>
            </a:endParaRPr>
          </a:p>
          <a:p>
            <a:pPr algn="just">
              <a:lnSpc>
                <a:spcPct val="150000"/>
              </a:lnSpc>
            </a:pPr>
            <a:r>
              <a:rPr sz="1600" dirty="0">
                <a:solidFill>
                  <a:schemeClr val="tx1"/>
                </a:solidFill>
                <a:latin typeface="Times New Roman" panose="02020603050405020304" pitchFamily="18" charset="0"/>
                <a:cs typeface="Times New Roman" panose="02020603050405020304" pitchFamily="18" charset="0"/>
              </a:rPr>
              <a:t>[1] </a:t>
            </a:r>
            <a:r>
              <a:rPr lang="en-US" altLang="zh-CN" sz="1600" dirty="0">
                <a:latin typeface="Times New Roman" panose="02020603050405020304" pitchFamily="18" charset="0"/>
                <a:cs typeface="Times New Roman" panose="02020603050405020304" pitchFamily="18" charset="0"/>
                <a:sym typeface="+mn-ea"/>
              </a:rPr>
              <a:t>Zhao, X., Sun, X., </a:t>
            </a:r>
            <a:r>
              <a:rPr lang="en-US" altLang="zh-CN" sz="1600" b="1" dirty="0">
                <a:latin typeface="Times New Roman" panose="02020603050405020304" pitchFamily="18" charset="0"/>
                <a:cs typeface="Times New Roman" panose="02020603050405020304" pitchFamily="18" charset="0"/>
                <a:sym typeface="+mn-ea"/>
              </a:rPr>
              <a:t>Huang, J.</a:t>
            </a:r>
            <a:r>
              <a:rPr lang="en-US" altLang="zh-CN" sz="1600" dirty="0">
                <a:latin typeface="Times New Roman" panose="02020603050405020304" pitchFamily="18" charset="0"/>
                <a:cs typeface="Times New Roman" panose="02020603050405020304" pitchFamily="18" charset="0"/>
                <a:sym typeface="+mn-ea"/>
              </a:rPr>
              <a:t>, &amp; Meng, Q. (2025). Systemic importance of Chinese financial institutions based on the QC-ISAM-ARMA temporal network with coupling. </a:t>
            </a:r>
            <a:r>
              <a:rPr lang="en-US" altLang="zh-CN" sz="1600" b="1" i="1" dirty="0">
                <a:latin typeface="Times New Roman" panose="02020603050405020304" pitchFamily="18" charset="0"/>
                <a:cs typeface="Times New Roman" panose="02020603050405020304" pitchFamily="18" charset="0"/>
                <a:sym typeface="+mn-ea"/>
              </a:rPr>
              <a:t>The Quarterly Review of Economics and Finance</a:t>
            </a:r>
            <a:r>
              <a:rPr lang="en-US" altLang="zh-CN" sz="1600" dirty="0">
                <a:latin typeface="Times New Roman" panose="02020603050405020304" pitchFamily="18" charset="0"/>
                <a:cs typeface="Times New Roman" panose="02020603050405020304" pitchFamily="18" charset="0"/>
                <a:sym typeface="+mn-ea"/>
              </a:rPr>
              <a:t>, 101, 101979. (</a:t>
            </a:r>
            <a:r>
              <a:rPr lang="zh-CN" altLang="en-US" sz="1600" dirty="0">
                <a:latin typeface="Times New Roman" panose="02020603050405020304" pitchFamily="18" charset="0"/>
                <a:cs typeface="Times New Roman" panose="02020603050405020304" pitchFamily="18" charset="0"/>
                <a:sym typeface="+mn-ea"/>
              </a:rPr>
              <a:t>论文，</a:t>
            </a:r>
            <a:r>
              <a:rPr lang="en-US" altLang="zh-CN" sz="1600" dirty="0">
                <a:latin typeface="Times New Roman" panose="02020603050405020304" pitchFamily="18" charset="0"/>
                <a:cs typeface="Times New Roman" panose="02020603050405020304" pitchFamily="18" charset="0"/>
                <a:sym typeface="+mn-ea"/>
              </a:rPr>
              <a:t>3/4</a:t>
            </a:r>
            <a:r>
              <a:rPr lang="zh-CN" altLang="en-US" sz="1600" dirty="0">
                <a:latin typeface="Times New Roman" panose="02020603050405020304" pitchFamily="18" charset="0"/>
                <a:cs typeface="Times New Roman" panose="02020603050405020304" pitchFamily="18" charset="0"/>
                <a:sym typeface="+mn-ea"/>
              </a:rPr>
              <a:t>，</a:t>
            </a:r>
            <a:r>
              <a:rPr lang="en-US" altLang="zh-CN" sz="1600" dirty="0">
                <a:latin typeface="Times New Roman" panose="02020603050405020304" pitchFamily="18" charset="0"/>
                <a:cs typeface="Times New Roman" panose="02020603050405020304" pitchFamily="18" charset="0"/>
                <a:sym typeface="+mn-ea"/>
              </a:rPr>
              <a:t>SSCI</a:t>
            </a:r>
            <a:r>
              <a:rPr lang="zh-CN" altLang="en-US" sz="1600" dirty="0">
                <a:latin typeface="Times New Roman" panose="02020603050405020304" pitchFamily="18" charset="0"/>
                <a:cs typeface="Times New Roman" panose="02020603050405020304" pitchFamily="18" charset="0"/>
                <a:sym typeface="+mn-ea"/>
              </a:rPr>
              <a:t>，</a:t>
            </a:r>
            <a:r>
              <a:rPr lang="en-US" sz="1600" dirty="0">
                <a:latin typeface="Times New Roman" panose="02020603050405020304" pitchFamily="18" charset="0"/>
                <a:cs typeface="Times New Roman" panose="02020603050405020304" pitchFamily="18" charset="0"/>
                <a:sym typeface="+mn-ea"/>
              </a:rPr>
              <a:t>JCR Q1</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solidFill>
                  <a:srgbClr val="FF0000"/>
                </a:solidFill>
                <a:latin typeface="Times New Roman" panose="02020603050405020304" pitchFamily="18" charset="0"/>
                <a:cs typeface="Times New Roman" panose="02020603050405020304" pitchFamily="18" charset="0"/>
                <a:sym typeface="+mn-ea"/>
              </a:rPr>
              <a:t>（韧性关联网络构建部分的前期基础）</a:t>
            </a:r>
            <a:endParaRPr lang="en-US" altLang="zh-CN" sz="1600" dirty="0">
              <a:latin typeface="Times New Roman" panose="02020603050405020304" pitchFamily="18" charset="0"/>
              <a:cs typeface="Times New Roman" panose="02020603050405020304" pitchFamily="18" charset="0"/>
              <a:sym typeface="+mn-ea"/>
            </a:endParaRPr>
          </a:p>
          <a:p>
            <a:pPr algn="just">
              <a:lnSpc>
                <a:spcPct val="150000"/>
              </a:lnSpc>
            </a:pPr>
            <a:r>
              <a:rPr lang="en-US" altLang="zh-CN" sz="1600" dirty="0">
                <a:latin typeface="Times New Roman" panose="02020603050405020304" pitchFamily="18" charset="0"/>
                <a:cs typeface="Times New Roman" panose="02020603050405020304" pitchFamily="18" charset="0"/>
                <a:sym typeface="+mn-ea"/>
              </a:rPr>
              <a:t>[2] </a:t>
            </a:r>
            <a:r>
              <a:rPr lang="en-US" altLang="zh-CN" sz="1600" dirty="0">
                <a:latin typeface="Times New Roman" panose="02020603050405020304" pitchFamily="18" charset="0"/>
                <a:cs typeface="Times New Roman" panose="02020603050405020304" pitchFamily="18" charset="0"/>
                <a:sym typeface="+mn-ea"/>
              </a:rPr>
              <a:t>Song, Y., </a:t>
            </a:r>
            <a:r>
              <a:rPr lang="en-US" altLang="zh-CN" sz="1600" b="1" dirty="0">
                <a:latin typeface="Times New Roman" panose="02020603050405020304" pitchFamily="18" charset="0"/>
                <a:cs typeface="Times New Roman" panose="02020603050405020304" pitchFamily="18" charset="0"/>
                <a:sym typeface="+mn-ea"/>
              </a:rPr>
              <a:t>Huang, J.</a:t>
            </a:r>
            <a:r>
              <a:rPr lang="en-US" altLang="zh-CN" sz="1600" dirty="0">
                <a:latin typeface="Times New Roman" panose="02020603050405020304" pitchFamily="18" charset="0"/>
                <a:cs typeface="Times New Roman" panose="02020603050405020304" pitchFamily="18" charset="0"/>
                <a:sym typeface="+mn-ea"/>
              </a:rPr>
              <a:t>, Zhang, Q., &amp; Xu, Y. (2024). Heterogeneity effect of positive and negative jumps on the realized volatility: Evidence from China. </a:t>
            </a:r>
            <a:r>
              <a:rPr lang="en-US" altLang="zh-CN" sz="1600" b="1" i="1" dirty="0">
                <a:latin typeface="Times New Roman" panose="02020603050405020304" pitchFamily="18" charset="0"/>
                <a:cs typeface="Times New Roman" panose="02020603050405020304" pitchFamily="18" charset="0"/>
                <a:sym typeface="+mn-ea"/>
              </a:rPr>
              <a:t>Economic Modelling</a:t>
            </a:r>
            <a:r>
              <a:rPr lang="en-US" altLang="zh-CN" sz="1600" dirty="0">
                <a:latin typeface="Times New Roman" panose="02020603050405020304" pitchFamily="18" charset="0"/>
                <a:cs typeface="Times New Roman" panose="02020603050405020304" pitchFamily="18" charset="0"/>
                <a:sym typeface="+mn-ea"/>
              </a:rPr>
              <a:t>, 136, 106745.(</a:t>
            </a:r>
            <a:r>
              <a:rPr lang="zh-CN" altLang="en-US" sz="1600" dirty="0">
                <a:latin typeface="Times New Roman" panose="02020603050405020304" pitchFamily="18" charset="0"/>
                <a:cs typeface="Times New Roman" panose="02020603050405020304" pitchFamily="18" charset="0"/>
                <a:sym typeface="+mn-ea"/>
              </a:rPr>
              <a:t>论文，</a:t>
            </a:r>
            <a:r>
              <a:rPr lang="en-US" altLang="zh-CN" sz="1600" dirty="0">
                <a:latin typeface="Times New Roman" panose="02020603050405020304" pitchFamily="18" charset="0"/>
                <a:cs typeface="Times New Roman" panose="02020603050405020304" pitchFamily="18" charset="0"/>
                <a:sym typeface="+mn-ea"/>
              </a:rPr>
              <a:t>2/4</a:t>
            </a:r>
            <a:r>
              <a:rPr lang="zh-CN" altLang="en-US" sz="1600" dirty="0">
                <a:latin typeface="Times New Roman" panose="02020603050405020304" pitchFamily="18" charset="0"/>
                <a:cs typeface="Times New Roman" panose="02020603050405020304" pitchFamily="18" charset="0"/>
                <a:sym typeface="+mn-ea"/>
              </a:rPr>
              <a:t>，</a:t>
            </a:r>
            <a:r>
              <a:rPr lang="en-US" altLang="zh-CN" sz="1600" dirty="0">
                <a:latin typeface="Times New Roman" panose="02020603050405020304" pitchFamily="18" charset="0"/>
                <a:cs typeface="Times New Roman" panose="02020603050405020304" pitchFamily="18" charset="0"/>
                <a:sym typeface="+mn-ea"/>
              </a:rPr>
              <a:t>SSCI</a:t>
            </a:r>
            <a:r>
              <a:rPr lang="zh-CN" altLang="en-US" sz="1600" dirty="0">
                <a:latin typeface="Times New Roman" panose="02020603050405020304" pitchFamily="18" charset="0"/>
                <a:cs typeface="Times New Roman" panose="02020603050405020304" pitchFamily="18" charset="0"/>
                <a:sym typeface="+mn-ea"/>
              </a:rPr>
              <a:t>，</a:t>
            </a:r>
            <a:r>
              <a:rPr lang="en-US" sz="1600" dirty="0">
                <a:latin typeface="Times New Roman" panose="02020603050405020304" pitchFamily="18" charset="0"/>
                <a:cs typeface="Times New Roman" panose="02020603050405020304" pitchFamily="18" charset="0"/>
                <a:sym typeface="+mn-ea"/>
              </a:rPr>
              <a:t>JCR Q1</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solidFill>
                  <a:srgbClr val="FF0000"/>
                </a:solidFill>
                <a:latin typeface="Times New Roman" panose="02020603050405020304" pitchFamily="18" charset="0"/>
                <a:cs typeface="Times New Roman" panose="02020603050405020304" pitchFamily="18" charset="0"/>
                <a:sym typeface="+mn-ea"/>
              </a:rPr>
              <a:t>（韧性预测的前期基础）</a:t>
            </a:r>
            <a:endParaRPr sz="1600" dirty="0">
              <a:solidFill>
                <a:schemeClr val="tx1"/>
              </a:solidFill>
              <a:latin typeface="Times New Roman" panose="02020603050405020304" pitchFamily="18" charset="0"/>
              <a:cs typeface="Times New Roman" panose="02020603050405020304" pitchFamily="18" charset="0"/>
            </a:endParaRPr>
          </a:p>
          <a:p>
            <a:pPr algn="just">
              <a:lnSpc>
                <a:spcPct val="150000"/>
              </a:lnSpc>
            </a:pPr>
            <a:r>
              <a:rPr lang="en-US" altLang="zh-CN" sz="1600" dirty="0">
                <a:latin typeface="Times New Roman" panose="02020603050405020304" pitchFamily="18" charset="0"/>
                <a:cs typeface="Times New Roman" panose="02020603050405020304" pitchFamily="18" charset="0"/>
                <a:sym typeface="+mn-ea"/>
              </a:rPr>
              <a:t>[3] </a:t>
            </a:r>
            <a:r>
              <a:rPr sz="1600" dirty="0">
                <a:latin typeface="Times New Roman" panose="02020603050405020304" pitchFamily="18" charset="0"/>
                <a:cs typeface="Times New Roman" panose="02020603050405020304" pitchFamily="18" charset="0"/>
                <a:sym typeface="+mn-ea"/>
              </a:rPr>
              <a:t>Song, Y., </a:t>
            </a:r>
            <a:r>
              <a:rPr sz="1600" b="1" dirty="0">
                <a:latin typeface="Times New Roman" panose="02020603050405020304" pitchFamily="18" charset="0"/>
                <a:cs typeface="Times New Roman" panose="02020603050405020304" pitchFamily="18" charset="0"/>
                <a:sym typeface="+mn-ea"/>
              </a:rPr>
              <a:t>Huang, J.</a:t>
            </a:r>
            <a:r>
              <a:rPr sz="1600" dirty="0">
                <a:latin typeface="Times New Roman" panose="02020603050405020304" pitchFamily="18" charset="0"/>
                <a:cs typeface="Times New Roman" panose="02020603050405020304" pitchFamily="18" charset="0"/>
                <a:sym typeface="+mn-ea"/>
              </a:rPr>
              <a:t>, Xu, Y., Ruan, J., &amp; Zhu, M. (2024). Multi-decomposition in deep learning models for futures price prediction. </a:t>
            </a:r>
            <a:r>
              <a:rPr sz="1600" b="1" i="1" dirty="0">
                <a:latin typeface="Times New Roman" panose="02020603050405020304" pitchFamily="18" charset="0"/>
                <a:cs typeface="Times New Roman" panose="02020603050405020304" pitchFamily="18" charset="0"/>
                <a:sym typeface="+mn-ea"/>
              </a:rPr>
              <a:t>Expert Systems with Applications</a:t>
            </a:r>
            <a:r>
              <a:rPr sz="1600" dirty="0">
                <a:latin typeface="Times New Roman" panose="02020603050405020304" pitchFamily="18" charset="0"/>
                <a:cs typeface="Times New Roman" panose="02020603050405020304" pitchFamily="18" charset="0"/>
                <a:sym typeface="+mn-ea"/>
              </a:rPr>
              <a:t>, 246, 123171.</a:t>
            </a:r>
            <a:r>
              <a:rPr lang="en-US" altLang="zh-CN" sz="1600" dirty="0">
                <a:latin typeface="Times New Roman" panose="02020603050405020304" pitchFamily="18" charset="0"/>
                <a:cs typeface="Times New Roman" panose="02020603050405020304" pitchFamily="18" charset="0"/>
                <a:sym typeface="+mn-ea"/>
              </a:rPr>
              <a:t>(</a:t>
            </a:r>
            <a:r>
              <a:rPr lang="zh-CN" altLang="en-US" sz="1600" dirty="0">
                <a:latin typeface="Times New Roman" panose="02020603050405020304" pitchFamily="18" charset="0"/>
                <a:cs typeface="Times New Roman" panose="02020603050405020304" pitchFamily="18" charset="0"/>
                <a:sym typeface="+mn-ea"/>
              </a:rPr>
              <a:t>论文，</a:t>
            </a:r>
            <a:r>
              <a:rPr lang="en-US" altLang="zh-CN" sz="1600" dirty="0">
                <a:latin typeface="Times New Roman" panose="02020603050405020304" pitchFamily="18" charset="0"/>
                <a:cs typeface="Times New Roman" panose="02020603050405020304" pitchFamily="18" charset="0"/>
                <a:sym typeface="+mn-ea"/>
              </a:rPr>
              <a:t>2/5</a:t>
            </a:r>
            <a:r>
              <a:rPr lang="zh-CN" altLang="en-US" sz="1600" dirty="0">
                <a:latin typeface="Times New Roman" panose="02020603050405020304" pitchFamily="18" charset="0"/>
                <a:cs typeface="Times New Roman" panose="02020603050405020304" pitchFamily="18" charset="0"/>
                <a:sym typeface="+mn-ea"/>
              </a:rPr>
              <a:t>，</a:t>
            </a:r>
            <a:r>
              <a:rPr lang="en-US" altLang="zh-CN" sz="1600" dirty="0">
                <a:latin typeface="Times New Roman" panose="02020603050405020304" pitchFamily="18" charset="0"/>
                <a:cs typeface="Times New Roman" panose="02020603050405020304" pitchFamily="18" charset="0"/>
                <a:sym typeface="+mn-ea"/>
              </a:rPr>
              <a:t>SCI</a:t>
            </a:r>
            <a:r>
              <a:rPr lang="zh-CN" altLang="en-US" sz="1600" dirty="0">
                <a:latin typeface="Times New Roman" panose="02020603050405020304" pitchFamily="18" charset="0"/>
                <a:cs typeface="Times New Roman" panose="02020603050405020304" pitchFamily="18" charset="0"/>
                <a:sym typeface="+mn-ea"/>
              </a:rPr>
              <a:t>，</a:t>
            </a:r>
            <a:r>
              <a:rPr lang="en-US" sz="1600" dirty="0">
                <a:latin typeface="Times New Roman" panose="02020603050405020304" pitchFamily="18" charset="0"/>
                <a:cs typeface="Times New Roman" panose="02020603050405020304" pitchFamily="18" charset="0"/>
                <a:sym typeface="+mn-ea"/>
              </a:rPr>
              <a:t>JCR Q1</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solidFill>
                  <a:srgbClr val="FF0000"/>
                </a:solidFill>
                <a:latin typeface="Times New Roman" panose="02020603050405020304" pitchFamily="18" charset="0"/>
                <a:cs typeface="Times New Roman" panose="02020603050405020304" pitchFamily="18" charset="0"/>
                <a:sym typeface="+mn-ea"/>
              </a:rPr>
              <a:t>（韧性预测的前期基础）</a:t>
            </a:r>
            <a:endParaRPr lang="en-US" altLang="zh-CN" sz="1600" b="1" dirty="0">
              <a:solidFill>
                <a:schemeClr val="tx1"/>
              </a:solidFill>
              <a:latin typeface="Times New Roman" panose="02020603050405020304" pitchFamily="18" charset="0"/>
              <a:cs typeface="Times New Roman" panose="02020603050405020304" pitchFamily="18" charset="0"/>
              <a:sym typeface="+mn-ea"/>
            </a:endParaRPr>
          </a:p>
          <a:p>
            <a:pPr algn="just">
              <a:lnSpc>
                <a:spcPct val="150000"/>
              </a:lnSpc>
            </a:pPr>
            <a:r>
              <a:rPr lang="en-US" altLang="zh-CN" sz="1600" dirty="0">
                <a:latin typeface="Times New Roman" panose="02020603050405020304" pitchFamily="18" charset="0"/>
                <a:cs typeface="Times New Roman" panose="02020603050405020304" pitchFamily="18" charset="0"/>
                <a:sym typeface="+mn-ea"/>
              </a:rPr>
              <a:t>[4] </a:t>
            </a:r>
            <a:r>
              <a:rPr lang="en-US" altLang="zh-CN" sz="1600" b="1" dirty="0">
                <a:solidFill>
                  <a:schemeClr val="tx1"/>
                </a:solidFill>
                <a:latin typeface="Times New Roman" panose="02020603050405020304" pitchFamily="18" charset="0"/>
                <a:cs typeface="Times New Roman" panose="02020603050405020304" pitchFamily="18" charset="0"/>
                <a:sym typeface="+mn-ea"/>
              </a:rPr>
              <a:t>Huang, J.</a:t>
            </a:r>
            <a:r>
              <a:rPr lang="en-US" altLang="zh-CN" sz="1600" dirty="0">
                <a:solidFill>
                  <a:schemeClr val="tx1"/>
                </a:solidFill>
                <a:latin typeface="Times New Roman" panose="02020603050405020304" pitchFamily="18" charset="0"/>
                <a:cs typeface="Times New Roman" panose="02020603050405020304" pitchFamily="18" charset="0"/>
                <a:sym typeface="+mn-ea"/>
              </a:rPr>
              <a:t>, Xu, Y., &amp; Song, Y. (2022). A high-frequency approach to VaR measures and forecasts based on the HAR-QREG model with jumps. </a:t>
            </a:r>
            <a:r>
              <a:rPr lang="en-US" altLang="zh-CN" sz="1600" b="1" i="1" dirty="0">
                <a:solidFill>
                  <a:schemeClr val="tx1"/>
                </a:solidFill>
                <a:latin typeface="Times New Roman" panose="02020603050405020304" pitchFamily="18" charset="0"/>
                <a:cs typeface="Times New Roman" panose="02020603050405020304" pitchFamily="18" charset="0"/>
                <a:sym typeface="+mn-ea"/>
              </a:rPr>
              <a:t>Physica A: Statistical Mechanics and its Applications</a:t>
            </a:r>
            <a:r>
              <a:rPr lang="en-US" altLang="zh-CN" sz="1600" dirty="0">
                <a:solidFill>
                  <a:schemeClr val="tx1"/>
                </a:solidFill>
                <a:latin typeface="Times New Roman" panose="02020603050405020304" pitchFamily="18" charset="0"/>
                <a:cs typeface="Times New Roman" panose="02020603050405020304" pitchFamily="18" charset="0"/>
                <a:sym typeface="+mn-ea"/>
              </a:rPr>
              <a:t>, 608, 128253. </a:t>
            </a:r>
            <a:r>
              <a:rPr lang="en-US" altLang="zh-CN" sz="1600" dirty="0">
                <a:solidFill>
                  <a:schemeClr val="tx1"/>
                </a:solidFill>
                <a:latin typeface="Times New Roman" panose="02020603050405020304" pitchFamily="18" charset="0"/>
                <a:cs typeface="Times New Roman" panose="02020603050405020304" pitchFamily="18" charset="0"/>
              </a:rPr>
              <a:t>(</a:t>
            </a:r>
            <a:r>
              <a:rPr lang="zh-CN" altLang="en-US" sz="1600" dirty="0">
                <a:solidFill>
                  <a:schemeClr val="tx1"/>
                </a:solidFill>
                <a:latin typeface="Times New Roman" panose="02020603050405020304" pitchFamily="18" charset="0"/>
                <a:cs typeface="Times New Roman" panose="02020603050405020304" pitchFamily="18" charset="0"/>
              </a:rPr>
              <a:t>论文，</a:t>
            </a:r>
            <a:r>
              <a:rPr lang="en-US" altLang="zh-CN" sz="1600" dirty="0">
                <a:solidFill>
                  <a:schemeClr val="tx1"/>
                </a:solidFill>
                <a:latin typeface="Times New Roman" panose="02020603050405020304" pitchFamily="18" charset="0"/>
                <a:cs typeface="Times New Roman" panose="02020603050405020304" pitchFamily="18" charset="0"/>
              </a:rPr>
              <a:t>1/3</a:t>
            </a:r>
            <a:r>
              <a:rPr lang="zh-CN" altLang="en-US" sz="1600" dirty="0">
                <a:solidFill>
                  <a:schemeClr val="tx1"/>
                </a:solidFill>
                <a:latin typeface="Times New Roman" panose="02020603050405020304" pitchFamily="18" charset="0"/>
                <a:cs typeface="Times New Roman" panose="02020603050405020304" pitchFamily="18" charset="0"/>
              </a:rPr>
              <a:t>，</a:t>
            </a:r>
            <a:r>
              <a:rPr lang="en-US" altLang="zh-CN" sz="1600" dirty="0">
                <a:solidFill>
                  <a:schemeClr val="tx1"/>
                </a:solidFill>
                <a:latin typeface="Times New Roman" panose="02020603050405020304" pitchFamily="18" charset="0"/>
                <a:cs typeface="Times New Roman" panose="02020603050405020304" pitchFamily="18" charset="0"/>
              </a:rPr>
              <a:t>SCI</a:t>
            </a:r>
            <a:r>
              <a:rPr lang="zh-CN" altLang="en-US" sz="1600" dirty="0">
                <a:solidFill>
                  <a:schemeClr val="tx1"/>
                </a:solidFill>
                <a:latin typeface="Times New Roman" panose="02020603050405020304" pitchFamily="18" charset="0"/>
                <a:cs typeface="Times New Roman" panose="02020603050405020304" pitchFamily="18" charset="0"/>
              </a:rPr>
              <a:t>，</a:t>
            </a:r>
            <a:r>
              <a:rPr lang="en-US" altLang="zh-CN" sz="1600" dirty="0">
                <a:solidFill>
                  <a:schemeClr val="tx1"/>
                </a:solidFill>
                <a:latin typeface="Times New Roman" panose="02020603050405020304" pitchFamily="18" charset="0"/>
                <a:cs typeface="Times New Roman" panose="02020603050405020304" pitchFamily="18" charset="0"/>
              </a:rPr>
              <a:t>JCR Q1) </a:t>
            </a:r>
            <a:endParaRPr lang="en-US" altLang="zh-CN" sz="1600" dirty="0">
              <a:solidFill>
                <a:schemeClr val="tx1"/>
              </a:solidFill>
              <a:latin typeface="Times New Roman" panose="02020603050405020304" pitchFamily="18" charset="0"/>
              <a:cs typeface="Times New Roman" panose="02020603050405020304" pitchFamily="18" charset="0"/>
            </a:endParaRPr>
          </a:p>
          <a:p>
            <a:pPr algn="just">
              <a:lnSpc>
                <a:spcPct val="150000"/>
              </a:lnSpc>
            </a:pPr>
            <a:r>
              <a:rPr lang="zh-CN" altLang="en-US" sz="1600" dirty="0">
                <a:solidFill>
                  <a:srgbClr val="FF0000"/>
                </a:solidFill>
                <a:latin typeface="Times New Roman" panose="02020603050405020304" pitchFamily="18" charset="0"/>
                <a:cs typeface="Times New Roman" panose="02020603050405020304" pitchFamily="18" charset="0"/>
                <a:sym typeface="+mn-ea"/>
              </a:rPr>
              <a:t>（韧性预测的前期基础）</a:t>
            </a:r>
            <a:endParaRPr lang="en-US" altLang="zh-CN" sz="1600" dirty="0">
              <a:solidFill>
                <a:schemeClr val="tx1"/>
              </a:solidFill>
              <a:latin typeface="Times New Roman" panose="02020603050405020304" pitchFamily="18" charset="0"/>
              <a:cs typeface="Times New Roman" panose="02020603050405020304" pitchFamily="18" charset="0"/>
            </a:endParaRPr>
          </a:p>
          <a:p>
            <a:pPr algn="just">
              <a:lnSpc>
                <a:spcPct val="150000"/>
              </a:lnSpc>
            </a:pPr>
            <a:r>
              <a:rPr lang="zh-CN" altLang="en-US" sz="1600" b="1" dirty="0">
                <a:solidFill>
                  <a:schemeClr val="tx1"/>
                </a:solidFill>
                <a:latin typeface="Times New Roman" panose="02020603050405020304" pitchFamily="18" charset="0"/>
                <a:cs typeface="Times New Roman" panose="02020603050405020304" pitchFamily="18" charset="0"/>
              </a:rPr>
              <a:t>在投论文：</a:t>
            </a:r>
            <a:endParaRPr lang="en-US" altLang="zh-CN" sz="1600" b="1" dirty="0">
              <a:solidFill>
                <a:schemeClr val="tx1"/>
              </a:solidFill>
              <a:latin typeface="Times New Roman" panose="02020603050405020304" pitchFamily="18" charset="0"/>
              <a:cs typeface="Times New Roman" panose="02020603050405020304" pitchFamily="18" charset="0"/>
            </a:endParaRPr>
          </a:p>
          <a:p>
            <a:pPr algn="just">
              <a:lnSpc>
                <a:spcPct val="150000"/>
              </a:lnSpc>
            </a:pPr>
            <a:r>
              <a:rPr lang="en-US" altLang="zh-CN" sz="1600" dirty="0">
                <a:latin typeface="Times New Roman" panose="02020603050405020304" pitchFamily="18" charset="0"/>
                <a:cs typeface="Times New Roman" panose="02020603050405020304" pitchFamily="18" charset="0"/>
                <a:sym typeface="+mn-ea"/>
              </a:rPr>
              <a:t>[5] </a:t>
            </a:r>
            <a:r>
              <a:rPr lang="en-US" altLang="zh-CN" sz="1600" dirty="0">
                <a:solidFill>
                  <a:schemeClr val="tx1"/>
                </a:solidFill>
                <a:latin typeface="Times New Roman" panose="02020603050405020304" pitchFamily="18" charset="0"/>
                <a:cs typeface="Times New Roman" panose="02020603050405020304" pitchFamily="18" charset="0"/>
              </a:rPr>
              <a:t>Systemic risk spillovers integrating investor sentiment in Chinese financial institutions</a:t>
            </a:r>
            <a:r>
              <a:rPr lang="zh-CN" altLang="en-US" sz="1600" dirty="0">
                <a:solidFill>
                  <a:schemeClr val="tx1"/>
                </a:solidFill>
                <a:latin typeface="Times New Roman" panose="02020603050405020304" pitchFamily="18" charset="0"/>
                <a:cs typeface="Times New Roman" panose="02020603050405020304" pitchFamily="18" charset="0"/>
              </a:rPr>
              <a:t>：</a:t>
            </a:r>
            <a:r>
              <a:rPr lang="en-US" altLang="zh-CN" sz="1600" dirty="0">
                <a:solidFill>
                  <a:schemeClr val="tx1"/>
                </a:solidFill>
                <a:latin typeface="Times New Roman" panose="02020603050405020304" pitchFamily="18" charset="0"/>
                <a:cs typeface="Times New Roman" panose="02020603050405020304" pitchFamily="18" charset="0"/>
              </a:rPr>
              <a:t>Evidence from an improved tail-event driven network analysis. (</a:t>
            </a:r>
            <a:r>
              <a:rPr lang="zh-CN" altLang="en-US" sz="1600" dirty="0">
                <a:solidFill>
                  <a:schemeClr val="tx1"/>
                </a:solidFill>
                <a:latin typeface="Times New Roman" panose="02020603050405020304" pitchFamily="18" charset="0"/>
                <a:cs typeface="Times New Roman" panose="02020603050405020304" pitchFamily="18" charset="0"/>
              </a:rPr>
              <a:t>论文，</a:t>
            </a:r>
            <a:r>
              <a:rPr lang="en-US" altLang="zh-CN" sz="1600" dirty="0">
                <a:solidFill>
                  <a:schemeClr val="tx1"/>
                </a:solidFill>
                <a:latin typeface="Times New Roman" panose="02020603050405020304" pitchFamily="18" charset="0"/>
                <a:cs typeface="Times New Roman" panose="02020603050405020304" pitchFamily="18" charset="0"/>
              </a:rPr>
              <a:t>4/4 (</a:t>
            </a:r>
            <a:r>
              <a:rPr lang="zh-CN" altLang="en-US" sz="1600" dirty="0">
                <a:solidFill>
                  <a:schemeClr val="tx1"/>
                </a:solidFill>
                <a:latin typeface="Times New Roman" panose="02020603050405020304" pitchFamily="18" charset="0"/>
                <a:cs typeface="Times New Roman" panose="02020603050405020304" pitchFamily="18" charset="0"/>
              </a:rPr>
              <a:t>通讯作者</a:t>
            </a:r>
            <a:r>
              <a:rPr lang="en-US" altLang="zh-CN" sz="1600" dirty="0">
                <a:solidFill>
                  <a:schemeClr val="tx1"/>
                </a:solidFill>
                <a:latin typeface="Times New Roman" panose="02020603050405020304" pitchFamily="18" charset="0"/>
                <a:cs typeface="Times New Roman" panose="02020603050405020304" pitchFamily="18" charset="0"/>
              </a:rPr>
              <a:t>)</a:t>
            </a:r>
            <a:r>
              <a:rPr lang="zh-CN" altLang="en-US" sz="1600" dirty="0">
                <a:solidFill>
                  <a:schemeClr val="tx1"/>
                </a:solidFill>
                <a:latin typeface="Times New Roman" panose="02020603050405020304" pitchFamily="18" charset="0"/>
                <a:cs typeface="Times New Roman" panose="02020603050405020304" pitchFamily="18" charset="0"/>
              </a:rPr>
              <a:t>，</a:t>
            </a:r>
            <a:r>
              <a:rPr lang="en-US" altLang="zh-CN" sz="1600" i="1" dirty="0">
                <a:solidFill>
                  <a:schemeClr val="tx1"/>
                </a:solidFill>
                <a:latin typeface="Times New Roman" panose="02020603050405020304" pitchFamily="18" charset="0"/>
                <a:cs typeface="Times New Roman" panose="02020603050405020304" pitchFamily="18" charset="0"/>
              </a:rPr>
              <a:t>Economic Modelling</a:t>
            </a:r>
            <a:r>
              <a:rPr lang="zh-CN" altLang="en-US" sz="1600" dirty="0">
                <a:solidFill>
                  <a:schemeClr val="tx1"/>
                </a:solidFill>
                <a:latin typeface="Times New Roman" panose="02020603050405020304" pitchFamily="18" charset="0"/>
                <a:cs typeface="Times New Roman" panose="02020603050405020304" pitchFamily="18" charset="0"/>
              </a:rPr>
              <a:t>，</a:t>
            </a:r>
            <a:r>
              <a:rPr lang="en-US" altLang="zh-CN" sz="1600" dirty="0">
                <a:solidFill>
                  <a:schemeClr val="tx1"/>
                </a:solidFill>
                <a:latin typeface="Times New Roman" panose="02020603050405020304" pitchFamily="18" charset="0"/>
                <a:cs typeface="Times New Roman" panose="02020603050405020304" pitchFamily="18" charset="0"/>
              </a:rPr>
              <a:t>R&amp;R) </a:t>
            </a:r>
            <a:r>
              <a:rPr lang="zh-CN" altLang="en-US" sz="1600" dirty="0">
                <a:solidFill>
                  <a:srgbClr val="FF0000"/>
                </a:solidFill>
                <a:latin typeface="Times New Roman" panose="02020603050405020304" pitchFamily="18" charset="0"/>
                <a:cs typeface="Times New Roman" panose="02020603050405020304" pitchFamily="18" charset="0"/>
                <a:sym typeface="+mn-ea"/>
              </a:rPr>
              <a:t>（韧性关联网络构建部分的前期基础）</a:t>
            </a:r>
            <a:endParaRPr lang="en-US" altLang="zh-CN" sz="1600" dirty="0">
              <a:solidFill>
                <a:schemeClr val="tx1"/>
              </a:solidFill>
              <a:latin typeface="Times New Roman" panose="02020603050405020304" pitchFamily="18" charset="0"/>
              <a:cs typeface="Times New Roman" panose="02020603050405020304" pitchFamily="18" charset="0"/>
            </a:endParaRPr>
          </a:p>
          <a:p>
            <a:pPr algn="just">
              <a:lnSpc>
                <a:spcPct val="150000"/>
              </a:lnSpc>
            </a:pPr>
            <a:endParaRPr lang="zh-CN" altLang="en-US" sz="1600" dirty="0">
              <a:solidFill>
                <a:srgbClr val="FF0000"/>
              </a:solidFill>
              <a:latin typeface="Times New Roman" panose="02020603050405020304" pitchFamily="18" charset="0"/>
              <a:cs typeface="Times New Roman" panose="02020603050405020304" pitchFamily="18" charset="0"/>
              <a:sym typeface="+mn-ea"/>
            </a:endParaRPr>
          </a:p>
        </p:txBody>
      </p:sp>
      <p:sp>
        <p:nvSpPr>
          <p:cNvPr id="5" name="标题 4"/>
          <p:cNvSpPr>
            <a:spLocks noGrp="1"/>
          </p:cNvSpPr>
          <p:nvPr>
            <p:custDataLst>
              <p:tags r:id="rId2"/>
            </p:custDataLst>
          </p:nvPr>
        </p:nvSpPr>
        <p:spPr>
          <a:xfrm>
            <a:off x="695960" y="280625"/>
            <a:ext cx="10800000" cy="720000"/>
          </a:xfrm>
          <a:prstGeom prst="rect">
            <a:avLst/>
          </a:prstGeom>
        </p:spPr>
        <p:txBody>
          <a:bodyPr vert="horz" wrap="square" lIns="0" tIns="0" rIns="0" bIns="0" rtlCol="0" anchor="b">
            <a:normAutofit/>
          </a:bodyPr>
          <a:lstStyle>
            <a:lvl1pPr algn="l" defTabSz="914400" rtl="0" eaLnBrk="1" latinLnBrk="0" hangingPunct="1">
              <a:lnSpc>
                <a:spcPct val="100000"/>
              </a:lnSpc>
              <a:spcBef>
                <a:spcPct val="0"/>
              </a:spcBef>
              <a:buNone/>
              <a:defRPr sz="3200" b="1" kern="1200">
                <a:solidFill>
                  <a:schemeClr val="tx2"/>
                </a:solidFill>
                <a:latin typeface="+mj-lt"/>
                <a:ea typeface="+mj-ea"/>
                <a:cs typeface="+mj-cs"/>
              </a:defRPr>
            </a:lvl1pPr>
          </a:lstStyle>
          <a:p>
            <a:pPr lvl="0" algn="l">
              <a:buClrTx/>
              <a:buSzTx/>
              <a:buFontTx/>
            </a:pPr>
            <a:r>
              <a:rPr lang="zh-CN" altLang="en-US" dirty="0">
                <a:sym typeface="+mn-ea"/>
              </a:rPr>
              <a:t>可行性</a:t>
            </a:r>
            <a:r>
              <a:rPr lang="en-US" altLang="zh-CN" dirty="0">
                <a:sym typeface="+mn-ea"/>
              </a:rPr>
              <a:t>——</a:t>
            </a:r>
            <a:r>
              <a:rPr lang="zh-CN" altLang="en-US" sz="2800" dirty="0">
                <a:sym typeface="+mn-ea"/>
              </a:rPr>
              <a:t>前期成果</a:t>
            </a:r>
            <a:endParaRPr lang="zh-CN" altLang="en-US" sz="2800" dirty="0">
              <a:sym typeface="+mn-ea"/>
            </a:endParaRPr>
          </a:p>
        </p:txBody>
      </p:sp>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custDataLst>
              <p:tags r:id="rId1"/>
            </p:custDataLst>
          </p:nvPr>
        </p:nvSpPr>
        <p:spPr>
          <a:xfrm>
            <a:off x="695960" y="280625"/>
            <a:ext cx="10800000" cy="720000"/>
          </a:xfrm>
          <a:prstGeom prst="rect">
            <a:avLst/>
          </a:prstGeom>
        </p:spPr>
        <p:txBody>
          <a:bodyPr vert="horz" wrap="square" lIns="0" tIns="0" rIns="0" bIns="0" rtlCol="0" anchor="b">
            <a:normAutofit/>
          </a:bodyPr>
          <a:lstStyle>
            <a:lvl1pPr algn="l" defTabSz="914400" rtl="0" eaLnBrk="1" latinLnBrk="0" hangingPunct="1">
              <a:lnSpc>
                <a:spcPct val="100000"/>
              </a:lnSpc>
              <a:spcBef>
                <a:spcPct val="0"/>
              </a:spcBef>
              <a:buNone/>
              <a:defRPr sz="3200" b="1" kern="1200">
                <a:solidFill>
                  <a:schemeClr val="tx2"/>
                </a:solidFill>
                <a:latin typeface="+mj-lt"/>
                <a:ea typeface="+mj-ea"/>
                <a:cs typeface="+mj-cs"/>
              </a:defRPr>
            </a:lvl1pPr>
          </a:lstStyle>
          <a:p>
            <a:pPr lvl="0" algn="l">
              <a:buClrTx/>
              <a:buSzTx/>
              <a:buFontTx/>
            </a:pPr>
            <a:r>
              <a:rPr lang="zh-CN" altLang="en-US" dirty="0">
                <a:sym typeface="+mn-ea"/>
              </a:rPr>
              <a:t>可行性</a:t>
            </a:r>
            <a:r>
              <a:rPr lang="en-US" altLang="zh-CN" dirty="0">
                <a:sym typeface="+mn-ea"/>
              </a:rPr>
              <a:t>——</a:t>
            </a:r>
            <a:r>
              <a:rPr lang="zh-CN" altLang="en-US" sz="2800" dirty="0">
                <a:sym typeface="+mn-ea"/>
              </a:rPr>
              <a:t>研究基础</a:t>
            </a:r>
            <a:endParaRPr lang="zh-CN" altLang="en-US" sz="2800" dirty="0">
              <a:sym typeface="+mn-ea"/>
            </a:endParaRPr>
          </a:p>
        </p:txBody>
      </p:sp>
      <p:sp>
        <p:nvSpPr>
          <p:cNvPr id="8" name="文本框 7"/>
          <p:cNvSpPr txBox="1"/>
          <p:nvPr>
            <p:custDataLst>
              <p:tags r:id="rId2"/>
            </p:custDataLst>
          </p:nvPr>
        </p:nvSpPr>
        <p:spPr>
          <a:xfrm>
            <a:off x="568960" y="1237615"/>
            <a:ext cx="9841865" cy="3097530"/>
          </a:xfrm>
          <a:prstGeom prst="rect">
            <a:avLst/>
          </a:prstGeom>
          <a:noFill/>
        </p:spPr>
        <p:txBody>
          <a:bodyPr wrap="square">
            <a:noAutofit/>
          </a:bodyPr>
          <a:p>
            <a:pPr algn="just">
              <a:lnSpc>
                <a:spcPct val="150000"/>
              </a:lnSpc>
            </a:pPr>
            <a:r>
              <a:rPr lang="en-US" altLang="zh-CN" b="1" kern="100" dirty="0">
                <a:effectLst/>
                <a:sym typeface="+mn-ea"/>
              </a:rPr>
              <a:t>&gt;</a:t>
            </a:r>
            <a:r>
              <a:rPr lang="zh-CN" altLang="en-US" b="1" kern="100" dirty="0">
                <a:effectLst/>
                <a:sym typeface="+mn-ea"/>
              </a:rPr>
              <a:t> 研究基础</a:t>
            </a:r>
            <a:endParaRPr lang="zh-CN" altLang="en-US" b="1" kern="100" dirty="0">
              <a:effectLst/>
              <a:sym typeface="+mn-ea"/>
            </a:endParaRPr>
          </a:p>
          <a:p>
            <a:pPr algn="just">
              <a:lnSpc>
                <a:spcPct val="150000"/>
              </a:lnSpc>
            </a:pPr>
            <a:r>
              <a:rPr lang="zh-CN" altLang="en-US" sz="1600" dirty="0">
                <a:solidFill>
                  <a:schemeClr val="tx1"/>
                </a:solidFill>
                <a:latin typeface="Times New Roman" panose="02020603050405020304" pitchFamily="18" charset="0"/>
                <a:cs typeface="Times New Roman" panose="02020603050405020304" pitchFamily="18" charset="0"/>
                <a:sym typeface="+mn-ea"/>
              </a:rPr>
              <a:t>数据可获得性：</a:t>
            </a:r>
            <a:endParaRPr lang="zh-CN" altLang="en-US" sz="1600" dirty="0">
              <a:solidFill>
                <a:schemeClr val="tx1"/>
              </a:solidFill>
              <a:latin typeface="Times New Roman" panose="02020603050405020304" pitchFamily="18" charset="0"/>
              <a:cs typeface="Times New Roman" panose="02020603050405020304" pitchFamily="18" charset="0"/>
              <a:sym typeface="+mn-ea"/>
            </a:endParaRPr>
          </a:p>
          <a:p>
            <a:pPr indent="457200" algn="just">
              <a:lnSpc>
                <a:spcPct val="150000"/>
              </a:lnSpc>
            </a:pPr>
            <a:r>
              <a:rPr lang="en-US" altLang="en-US" sz="1600" b="1" dirty="0">
                <a:effectLst/>
                <a:cs typeface="Times New Roman" panose="02020603050405020304" pitchFamily="18" charset="0"/>
                <a:sym typeface="+mn-ea"/>
              </a:rPr>
              <a:t>① </a:t>
            </a:r>
            <a:r>
              <a:rPr lang="zh-CN" altLang="en-US" sz="1600" dirty="0">
                <a:effectLst/>
                <a:cs typeface="Times New Roman" panose="02020603050405020304" pitchFamily="18" charset="0"/>
                <a:sym typeface="+mn-ea"/>
              </a:rPr>
              <a:t>构建韧性所需的金融市场</a:t>
            </a:r>
            <a:r>
              <a:rPr lang="zh-CN" altLang="en-US" sz="1600" dirty="0">
                <a:solidFill>
                  <a:schemeClr val="tx1"/>
                </a:solidFill>
                <a:latin typeface="Times New Roman" panose="02020603050405020304" pitchFamily="18" charset="0"/>
                <a:cs typeface="Times New Roman" panose="02020603050405020304" pitchFamily="18" charset="0"/>
                <a:sym typeface="+mn-ea"/>
              </a:rPr>
              <a:t>数据均可由</a:t>
            </a:r>
            <a:r>
              <a:rPr lang="en-US" altLang="zh-CN" sz="1600" b="1" dirty="0">
                <a:solidFill>
                  <a:schemeClr val="tx1"/>
                </a:solidFill>
                <a:latin typeface="Times New Roman" panose="02020603050405020304" pitchFamily="18" charset="0"/>
                <a:cs typeface="Times New Roman" panose="02020603050405020304" pitchFamily="18" charset="0"/>
                <a:sym typeface="+mn-ea"/>
              </a:rPr>
              <a:t>CSMAR</a:t>
            </a:r>
            <a:r>
              <a:rPr lang="zh-CN" altLang="en-US" sz="1600" b="1" dirty="0">
                <a:solidFill>
                  <a:schemeClr val="tx1"/>
                </a:solidFill>
                <a:latin typeface="Times New Roman" panose="02020603050405020304" pitchFamily="18" charset="0"/>
                <a:cs typeface="Times New Roman" panose="02020603050405020304" pitchFamily="18" charset="0"/>
                <a:sym typeface="+mn-ea"/>
              </a:rPr>
              <a:t>数据库</a:t>
            </a:r>
            <a:r>
              <a:rPr lang="zh-CN" altLang="en-US" sz="1600" dirty="0">
                <a:solidFill>
                  <a:schemeClr val="tx1"/>
                </a:solidFill>
                <a:latin typeface="Times New Roman" panose="02020603050405020304" pitchFamily="18" charset="0"/>
                <a:cs typeface="Times New Roman" panose="02020603050405020304" pitchFamily="18" charset="0"/>
                <a:sym typeface="+mn-ea"/>
              </a:rPr>
              <a:t>获得。</a:t>
            </a:r>
            <a:endParaRPr lang="zh-CN" altLang="en-US" sz="1600" dirty="0">
              <a:solidFill>
                <a:schemeClr val="tx1"/>
              </a:solidFill>
              <a:latin typeface="Times New Roman" panose="02020603050405020304" pitchFamily="18" charset="0"/>
              <a:cs typeface="Times New Roman" panose="02020603050405020304" pitchFamily="18" charset="0"/>
              <a:sym typeface="+mn-ea"/>
            </a:endParaRPr>
          </a:p>
          <a:p>
            <a:pPr indent="457200" algn="just">
              <a:lnSpc>
                <a:spcPct val="150000"/>
              </a:lnSpc>
            </a:pPr>
            <a:r>
              <a:rPr lang="en-US" altLang="en-US" sz="1600" b="1" dirty="0">
                <a:effectLst/>
                <a:cs typeface="Times New Roman" panose="02020603050405020304" pitchFamily="18" charset="0"/>
                <a:sym typeface="+mn-ea"/>
              </a:rPr>
              <a:t>②</a:t>
            </a:r>
            <a:r>
              <a:rPr lang="zh-CN" altLang="en-US" sz="1600" dirty="0">
                <a:solidFill>
                  <a:schemeClr val="tx1"/>
                </a:solidFill>
                <a:latin typeface="Times New Roman" panose="02020603050405020304" pitchFamily="18" charset="0"/>
                <a:cs typeface="Times New Roman" panose="02020603050405020304" pitchFamily="18" charset="0"/>
                <a:sym typeface="+mn-ea"/>
              </a:rPr>
              <a:t> 韧性预测部分所需的非结构化文本数据将通过</a:t>
            </a:r>
            <a:r>
              <a:rPr lang="zh-CN" altLang="en-US" sz="1600" b="1" dirty="0">
                <a:solidFill>
                  <a:schemeClr val="tx1"/>
                </a:solidFill>
                <a:latin typeface="Times New Roman" panose="02020603050405020304" pitchFamily="18" charset="0"/>
                <a:cs typeface="Times New Roman" panose="02020603050405020304" pitchFamily="18" charset="0"/>
                <a:sym typeface="+mn-ea"/>
              </a:rPr>
              <a:t>网络爬虫技术采集</a:t>
            </a:r>
            <a:r>
              <a:rPr lang="zh-CN" altLang="en-US" sz="1600" dirty="0">
                <a:solidFill>
                  <a:schemeClr val="tx1"/>
                </a:solidFill>
                <a:latin typeface="Times New Roman" panose="02020603050405020304" pitchFamily="18" charset="0"/>
                <a:cs typeface="Times New Roman" panose="02020603050405020304" pitchFamily="18" charset="0"/>
                <a:sym typeface="+mn-ea"/>
              </a:rPr>
              <a:t>（如东方财富股吧评论等）。</a:t>
            </a:r>
            <a:endParaRPr lang="zh-CN" altLang="en-US" sz="1600" dirty="0">
              <a:solidFill>
                <a:schemeClr val="tx1"/>
              </a:solidFill>
              <a:latin typeface="Times New Roman" panose="02020603050405020304" pitchFamily="18" charset="0"/>
              <a:cs typeface="Times New Roman" panose="02020603050405020304" pitchFamily="18" charset="0"/>
              <a:sym typeface="+mn-ea"/>
            </a:endParaRPr>
          </a:p>
          <a:p>
            <a:pPr indent="457200" algn="just">
              <a:lnSpc>
                <a:spcPct val="150000"/>
              </a:lnSpc>
            </a:pPr>
            <a:endParaRPr lang="zh-CN" altLang="en-US" sz="1600" dirty="0">
              <a:solidFill>
                <a:schemeClr val="tx1"/>
              </a:solidFill>
              <a:latin typeface="Times New Roman" panose="02020603050405020304" pitchFamily="18" charset="0"/>
              <a:cs typeface="Times New Roman" panose="02020603050405020304" pitchFamily="18" charset="0"/>
              <a:sym typeface="+mn-ea"/>
            </a:endParaRPr>
          </a:p>
          <a:p>
            <a:pPr algn="just">
              <a:lnSpc>
                <a:spcPct val="150000"/>
              </a:lnSpc>
            </a:pPr>
            <a:r>
              <a:rPr lang="zh-CN" altLang="en-US" sz="1600" dirty="0">
                <a:solidFill>
                  <a:schemeClr val="tx1"/>
                </a:solidFill>
                <a:latin typeface="Times New Roman" panose="02020603050405020304" pitchFamily="18" charset="0"/>
                <a:cs typeface="Times New Roman" panose="02020603050405020304" pitchFamily="18" charset="0"/>
                <a:sym typeface="+mn-ea"/>
              </a:rPr>
              <a:t>技术支持：</a:t>
            </a:r>
            <a:endParaRPr lang="zh-CN" altLang="en-US" sz="1600" dirty="0">
              <a:solidFill>
                <a:schemeClr val="tx1"/>
              </a:solidFill>
              <a:latin typeface="Times New Roman" panose="02020603050405020304" pitchFamily="18" charset="0"/>
              <a:cs typeface="Times New Roman" panose="02020603050405020304" pitchFamily="18" charset="0"/>
              <a:sym typeface="+mn-ea"/>
            </a:endParaRPr>
          </a:p>
          <a:p>
            <a:pPr indent="457200" algn="just">
              <a:lnSpc>
                <a:spcPct val="150000"/>
              </a:lnSpc>
            </a:pPr>
            <a:r>
              <a:rPr lang="zh-CN" altLang="en-US" sz="1600" dirty="0">
                <a:solidFill>
                  <a:schemeClr val="tx1"/>
                </a:solidFill>
                <a:latin typeface="Times New Roman" panose="02020603050405020304" pitchFamily="18" charset="0"/>
                <a:cs typeface="Times New Roman" panose="02020603050405020304" pitchFamily="18" charset="0"/>
                <a:sym typeface="+mn-ea"/>
              </a:rPr>
              <a:t>本人可以较为熟练运用</a:t>
            </a:r>
            <a:r>
              <a:rPr lang="en-US" altLang="zh-CN" sz="1600" dirty="0">
                <a:solidFill>
                  <a:schemeClr val="tx1"/>
                </a:solidFill>
                <a:latin typeface="Times New Roman" panose="02020603050405020304" pitchFamily="18" charset="0"/>
                <a:cs typeface="Times New Roman" panose="02020603050405020304" pitchFamily="18" charset="0"/>
                <a:sym typeface="+mn-ea"/>
              </a:rPr>
              <a:t>Python</a:t>
            </a:r>
            <a:r>
              <a:rPr lang="zh-CN" altLang="en-US" sz="1600" dirty="0">
                <a:solidFill>
                  <a:schemeClr val="tx1"/>
                </a:solidFill>
                <a:latin typeface="Times New Roman" panose="02020603050405020304" pitchFamily="18" charset="0"/>
                <a:cs typeface="Times New Roman" panose="02020603050405020304" pitchFamily="18" charset="0"/>
                <a:sym typeface="+mn-ea"/>
              </a:rPr>
              <a:t>进行数据处理与分析，能够胜任本课题的数据处理与模型构建工作。</a:t>
            </a:r>
            <a:endParaRPr lang="zh-CN" altLang="en-US" sz="1600" dirty="0">
              <a:solidFill>
                <a:schemeClr val="tx1"/>
              </a:solidFill>
              <a:latin typeface="Times New Roman" panose="02020603050405020304" pitchFamily="18" charset="0"/>
              <a:cs typeface="Times New Roman" panose="02020603050405020304" pitchFamily="18" charset="0"/>
              <a:sym typeface="+mn-ea"/>
            </a:endParaRPr>
          </a:p>
          <a:p>
            <a:pPr algn="just">
              <a:lnSpc>
                <a:spcPct val="150000"/>
              </a:lnSpc>
            </a:pPr>
            <a:endParaRPr lang="zh-CN" altLang="en-US" sz="1600" dirty="0">
              <a:solidFill>
                <a:schemeClr val="tx1"/>
              </a:solidFill>
              <a:latin typeface="Times New Roman" panose="02020603050405020304" pitchFamily="18" charset="0"/>
              <a:cs typeface="Times New Roman" panose="02020603050405020304" pitchFamily="18" charset="0"/>
              <a:sym typeface="+mn-ea"/>
            </a:endParaRPr>
          </a:p>
          <a:p>
            <a:pPr algn="just">
              <a:lnSpc>
                <a:spcPct val="150000"/>
              </a:lnSpc>
            </a:pPr>
            <a:br>
              <a:rPr lang="zh-CN" altLang="en-US" sz="1600" dirty="0">
                <a:solidFill>
                  <a:schemeClr val="tx1"/>
                </a:solidFill>
                <a:latin typeface="Times New Roman" panose="02020603050405020304" pitchFamily="18" charset="0"/>
                <a:cs typeface="Times New Roman" panose="02020603050405020304" pitchFamily="18" charset="0"/>
                <a:sym typeface="+mn-ea"/>
              </a:rPr>
            </a:br>
            <a:endParaRPr lang="zh-CN" altLang="en-US" sz="1600" dirty="0">
              <a:solidFill>
                <a:schemeClr val="tx1"/>
              </a:solidFill>
              <a:latin typeface="Times New Roman" panose="02020603050405020304" pitchFamily="18" charset="0"/>
              <a:cs typeface="Times New Roman" panose="02020603050405020304" pitchFamily="18" charset="0"/>
              <a:sym typeface="+mn-ea"/>
            </a:endParaRPr>
          </a:p>
        </p:txBody>
      </p:sp>
      <p:sp>
        <p:nvSpPr>
          <p:cNvPr id="2" name="文本框 1"/>
          <p:cNvSpPr txBox="1"/>
          <p:nvPr/>
        </p:nvSpPr>
        <p:spPr>
          <a:xfrm>
            <a:off x="647700" y="4152265"/>
            <a:ext cx="10096500" cy="875665"/>
          </a:xfrm>
          <a:prstGeom prst="rect">
            <a:avLst/>
          </a:prstGeom>
          <a:noFill/>
        </p:spPr>
        <p:txBody>
          <a:bodyPr wrap="square" rtlCol="0" anchor="t">
            <a:spAutoFit/>
          </a:bodyPr>
          <a:p>
            <a:pPr algn="just">
              <a:lnSpc>
                <a:spcPct val="150000"/>
              </a:lnSpc>
            </a:pPr>
            <a:r>
              <a:rPr lang="en-US" altLang="zh-CN" b="1" kern="100" dirty="0">
                <a:effectLst/>
                <a:sym typeface="+mn-ea"/>
              </a:rPr>
              <a:t>&gt;</a:t>
            </a:r>
            <a:r>
              <a:rPr lang="zh-CN" altLang="en-US" b="1" kern="100" dirty="0">
                <a:effectLst/>
                <a:sym typeface="+mn-ea"/>
              </a:rPr>
              <a:t> 预期成果</a:t>
            </a:r>
            <a:endParaRPr lang="zh-CN" altLang="en-US" b="1" kern="100" dirty="0">
              <a:solidFill>
                <a:schemeClr val="tx1"/>
              </a:solidFill>
              <a:effectLst/>
            </a:endParaRPr>
          </a:p>
          <a:p>
            <a:pPr indent="457200" algn="just">
              <a:lnSpc>
                <a:spcPct val="150000"/>
              </a:lnSpc>
            </a:pPr>
            <a:r>
              <a:rPr lang="zh-CN" altLang="en-US" sz="1600" kern="100" dirty="0">
                <a:effectLst/>
                <a:sym typeface="+mn-ea"/>
              </a:rPr>
              <a:t>依托此项目，计划投稿</a:t>
            </a:r>
            <a:r>
              <a:rPr lang="en-US" altLang="zh-CN" sz="1600" kern="100" dirty="0">
                <a:effectLst/>
                <a:sym typeface="+mn-ea"/>
              </a:rPr>
              <a:t>1~2</a:t>
            </a:r>
            <a:r>
              <a:rPr lang="zh-CN" altLang="en-US" sz="1600" kern="100" dirty="0">
                <a:effectLst/>
                <a:sym typeface="+mn-ea"/>
              </a:rPr>
              <a:t>篇高质量学术论文，同时作为博士大论文的前期理论与实证支撑。</a:t>
            </a:r>
            <a:endParaRPr lang="zh-CN" altLang="en-US" sz="1600" kern="100" dirty="0">
              <a:effectLst/>
              <a:sym typeface="+mn-ea"/>
            </a:endParaRPr>
          </a:p>
        </p:txBody>
      </p:sp>
    </p:spTree>
    <p:custDataLst>
      <p:tags r:id="rId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custDataLst>
              <p:tags r:id="rId1"/>
            </p:custDataLst>
          </p:nvPr>
        </p:nvSpPr>
        <p:spPr/>
        <p:txBody>
          <a:bodyPr vert="horz" wrap="square" lIns="0" tIns="0" rIns="0" bIns="0" rtlCol="0" anchor="b">
            <a:normAutofit/>
          </a:bodyPr>
          <a:lstStyle/>
          <a:p>
            <a:pPr lvl="0" algn="l">
              <a:buClrTx/>
              <a:buSzTx/>
              <a:buFontTx/>
            </a:pPr>
            <a:r>
              <a:rPr lang="zh-CN" altLang="en-US" dirty="0">
                <a:sym typeface="+mn-ea"/>
              </a:rPr>
              <a:t>参考文献</a:t>
            </a:r>
            <a:endParaRPr lang="zh-CN" altLang="en-US" dirty="0">
              <a:sym typeface="+mn-ea"/>
            </a:endParaRPr>
          </a:p>
        </p:txBody>
      </p:sp>
      <p:sp>
        <p:nvSpPr>
          <p:cNvPr id="6" name="文本框 5"/>
          <p:cNvSpPr txBox="1"/>
          <p:nvPr>
            <p:custDataLst>
              <p:tags r:id="rId2"/>
            </p:custDataLst>
          </p:nvPr>
        </p:nvSpPr>
        <p:spPr>
          <a:xfrm>
            <a:off x="695960" y="1301749"/>
            <a:ext cx="10800000" cy="4873625"/>
          </a:xfrm>
          <a:prstGeom prst="rect">
            <a:avLst/>
          </a:prstGeom>
          <a:noFill/>
        </p:spPr>
        <p:txBody>
          <a:bodyPr wrap="square">
            <a:normAutofit fontScale="90000"/>
          </a:bodyPr>
          <a:lstStyle/>
          <a:p>
            <a:pPr algn="just">
              <a:lnSpc>
                <a:spcPct val="150000"/>
              </a:lnSpc>
            </a:pPr>
            <a:r>
              <a:rPr lang="en-US" altLang="zh-CN" sz="1600" b="1" kern="100" dirty="0">
                <a:effectLst/>
                <a:sym typeface="+mn-ea"/>
              </a:rPr>
              <a:t>&gt;</a:t>
            </a:r>
            <a:r>
              <a:rPr lang="zh-CN" altLang="en-US" sz="1600" b="1" kern="100" dirty="0">
                <a:effectLst/>
                <a:sym typeface="+mn-ea"/>
              </a:rPr>
              <a:t> 主要参考文献</a:t>
            </a:r>
            <a:endParaRPr lang="en-US" altLang="zh-CN" sz="1600" kern="100" dirty="0">
              <a:solidFill>
                <a:schemeClr val="tx1"/>
              </a:solidFill>
              <a:effectLst/>
            </a:endParaRPr>
          </a:p>
          <a:p>
            <a:pPr algn="just">
              <a:lnSpc>
                <a:spcPct val="150000"/>
              </a:lnSpc>
            </a:pPr>
            <a:r>
              <a:rPr lang="en-US" altLang="zh-CN" sz="1600" kern="100" dirty="0">
                <a:solidFill>
                  <a:schemeClr val="tx1"/>
                </a:solidFill>
                <a:effectLst/>
                <a:latin typeface="Times New Roman" panose="02020603050405020304" pitchFamily="18" charset="0"/>
                <a:cs typeface="Times New Roman" panose="02020603050405020304" pitchFamily="18" charset="0"/>
              </a:rPr>
              <a:t>[1] </a:t>
            </a:r>
            <a:r>
              <a:rPr lang="zh-CN" altLang="en-US" sz="1600" kern="100" dirty="0">
                <a:solidFill>
                  <a:schemeClr val="tx1"/>
                </a:solidFill>
                <a:effectLst/>
                <a:latin typeface="Times New Roman" panose="02020603050405020304" pitchFamily="18" charset="0"/>
                <a:cs typeface="Times New Roman" panose="02020603050405020304" pitchFamily="18" charset="0"/>
              </a:rPr>
              <a:t>杨子晖</a:t>
            </a:r>
            <a:r>
              <a:rPr lang="en-US" altLang="zh-CN" sz="1600" kern="100" dirty="0">
                <a:solidFill>
                  <a:schemeClr val="tx1"/>
                </a:solidFill>
                <a:effectLst/>
                <a:latin typeface="Times New Roman" panose="02020603050405020304" pitchFamily="18" charset="0"/>
                <a:cs typeface="Times New Roman" panose="02020603050405020304" pitchFamily="18" charset="0"/>
              </a:rPr>
              <a:t>, </a:t>
            </a:r>
            <a:r>
              <a:rPr lang="zh-CN" altLang="en-US" sz="1600" kern="100" dirty="0">
                <a:solidFill>
                  <a:schemeClr val="tx1"/>
                </a:solidFill>
                <a:effectLst/>
                <a:latin typeface="Times New Roman" panose="02020603050405020304" pitchFamily="18" charset="0"/>
                <a:cs typeface="Times New Roman" panose="02020603050405020304" pitchFamily="18" charset="0"/>
              </a:rPr>
              <a:t>李东承</a:t>
            </a:r>
            <a:r>
              <a:rPr lang="en-US" altLang="zh-CN" sz="1600" kern="100" dirty="0">
                <a:solidFill>
                  <a:schemeClr val="tx1"/>
                </a:solidFill>
                <a:effectLst/>
                <a:latin typeface="Times New Roman" panose="02020603050405020304" pitchFamily="18" charset="0"/>
                <a:cs typeface="Times New Roman" panose="02020603050405020304" pitchFamily="18" charset="0"/>
              </a:rPr>
              <a:t> &amp;  </a:t>
            </a:r>
            <a:r>
              <a:rPr lang="zh-CN" altLang="en-US" sz="1600" kern="100" dirty="0">
                <a:solidFill>
                  <a:schemeClr val="tx1"/>
                </a:solidFill>
                <a:effectLst/>
                <a:latin typeface="Times New Roman" panose="02020603050405020304" pitchFamily="18" charset="0"/>
                <a:cs typeface="Times New Roman" panose="02020603050405020304" pitchFamily="18" charset="0"/>
              </a:rPr>
              <a:t>陈雨恬</a:t>
            </a:r>
            <a:r>
              <a:rPr lang="en-US" altLang="zh-CN" sz="1600" kern="100" dirty="0">
                <a:solidFill>
                  <a:schemeClr val="tx1"/>
                </a:solidFill>
                <a:effectLst/>
                <a:latin typeface="Times New Roman" panose="02020603050405020304" pitchFamily="18" charset="0"/>
                <a:cs typeface="Times New Roman" panose="02020603050405020304" pitchFamily="18" charset="0"/>
              </a:rPr>
              <a:t>. (2024). </a:t>
            </a:r>
            <a:r>
              <a:rPr lang="zh-CN" altLang="en-US" sz="1600" kern="100" dirty="0">
                <a:solidFill>
                  <a:schemeClr val="tx1"/>
                </a:solidFill>
                <a:effectLst/>
                <a:latin typeface="Times New Roman" panose="02020603050405020304" pitchFamily="18" charset="0"/>
                <a:cs typeface="Times New Roman" panose="02020603050405020304" pitchFamily="18" charset="0"/>
              </a:rPr>
              <a:t>金融市场的</a:t>
            </a:r>
            <a:r>
              <a:rPr lang="en-US" altLang="zh-CN" sz="1600" kern="100" dirty="0">
                <a:solidFill>
                  <a:schemeClr val="tx1"/>
                </a:solidFill>
                <a:effectLst/>
                <a:latin typeface="Times New Roman" panose="02020603050405020304" pitchFamily="18" charset="0"/>
                <a:cs typeface="Times New Roman" panose="02020603050405020304" pitchFamily="18" charset="0"/>
              </a:rPr>
              <a:t>“</a:t>
            </a:r>
            <a:r>
              <a:rPr lang="zh-CN" altLang="en-US" sz="1600" kern="100" dirty="0">
                <a:solidFill>
                  <a:schemeClr val="tx1"/>
                </a:solidFill>
                <a:effectLst/>
                <a:latin typeface="Times New Roman" panose="02020603050405020304" pitchFamily="18" charset="0"/>
                <a:cs typeface="Times New Roman" panose="02020603050405020304" pitchFamily="18" charset="0"/>
              </a:rPr>
              <a:t>绿天鹅</a:t>
            </a:r>
            <a:r>
              <a:rPr lang="en-US" altLang="zh-CN" sz="1600" kern="100" dirty="0">
                <a:solidFill>
                  <a:schemeClr val="tx1"/>
                </a:solidFill>
                <a:effectLst/>
                <a:latin typeface="Times New Roman" panose="02020603050405020304" pitchFamily="18" charset="0"/>
                <a:cs typeface="Times New Roman" panose="02020603050405020304" pitchFamily="18" charset="0"/>
              </a:rPr>
              <a:t>”</a:t>
            </a:r>
            <a:r>
              <a:rPr lang="zh-CN" altLang="en-US" sz="1600" kern="100" dirty="0">
                <a:solidFill>
                  <a:schemeClr val="tx1"/>
                </a:solidFill>
                <a:effectLst/>
                <a:latin typeface="Times New Roman" panose="02020603050405020304" pitchFamily="18" charset="0"/>
                <a:cs typeface="Times New Roman" panose="02020603050405020304" pitchFamily="18" charset="0"/>
              </a:rPr>
              <a:t>风险研究</a:t>
            </a:r>
            <a:r>
              <a:rPr lang="en-US" altLang="zh-CN" sz="1600" kern="100" dirty="0">
                <a:solidFill>
                  <a:schemeClr val="tx1"/>
                </a:solidFill>
                <a:effectLst/>
                <a:latin typeface="Times New Roman" panose="02020603050405020304" pitchFamily="18" charset="0"/>
                <a:cs typeface="Times New Roman" panose="02020603050405020304" pitchFamily="18" charset="0"/>
              </a:rPr>
              <a:t>——</a:t>
            </a:r>
            <a:r>
              <a:rPr lang="zh-CN" altLang="en-US" sz="1600" kern="100" dirty="0">
                <a:solidFill>
                  <a:schemeClr val="tx1"/>
                </a:solidFill>
                <a:effectLst/>
                <a:latin typeface="Times New Roman" panose="02020603050405020304" pitchFamily="18" charset="0"/>
                <a:cs typeface="Times New Roman" panose="02020603050405020304" pitchFamily="18" charset="0"/>
              </a:rPr>
              <a:t>基于物理风险与转型风险的双重视角</a:t>
            </a:r>
            <a:r>
              <a:rPr lang="en-US" altLang="zh-CN" sz="1600" kern="100" dirty="0">
                <a:solidFill>
                  <a:schemeClr val="tx1"/>
                </a:solidFill>
                <a:effectLst/>
                <a:latin typeface="Times New Roman" panose="02020603050405020304" pitchFamily="18" charset="0"/>
                <a:cs typeface="Times New Roman" panose="02020603050405020304" pitchFamily="18" charset="0"/>
              </a:rPr>
              <a:t>. </a:t>
            </a:r>
            <a:r>
              <a:rPr lang="zh-CN" altLang="en-US" sz="1600" kern="100" dirty="0">
                <a:solidFill>
                  <a:schemeClr val="tx1"/>
                </a:solidFill>
                <a:effectLst/>
                <a:latin typeface="Times New Roman" panose="02020603050405020304" pitchFamily="18" charset="0"/>
                <a:cs typeface="Times New Roman" panose="02020603050405020304" pitchFamily="18" charset="0"/>
              </a:rPr>
              <a:t>管理世界</a:t>
            </a:r>
            <a:r>
              <a:rPr lang="en-US" altLang="zh-CN" sz="1600" kern="100" dirty="0">
                <a:solidFill>
                  <a:schemeClr val="tx1"/>
                </a:solidFill>
                <a:effectLst/>
                <a:latin typeface="Times New Roman" panose="02020603050405020304" pitchFamily="18" charset="0"/>
                <a:cs typeface="Times New Roman" panose="02020603050405020304" pitchFamily="18" charset="0"/>
              </a:rPr>
              <a:t>, 40 (02), 47-67.</a:t>
            </a:r>
            <a:endParaRPr lang="en-US" altLang="zh-CN" sz="1600" kern="100" dirty="0">
              <a:solidFill>
                <a:schemeClr val="tx1"/>
              </a:solidFill>
              <a:effectLst/>
              <a:latin typeface="Times New Roman" panose="02020603050405020304" pitchFamily="18" charset="0"/>
              <a:cs typeface="Times New Roman" panose="02020603050405020304" pitchFamily="18" charset="0"/>
            </a:endParaRPr>
          </a:p>
          <a:p>
            <a:pPr algn="just">
              <a:lnSpc>
                <a:spcPct val="150000"/>
              </a:lnSpc>
            </a:pPr>
            <a:r>
              <a:rPr lang="en-US" altLang="zh-CN" sz="1600" kern="100" dirty="0">
                <a:solidFill>
                  <a:schemeClr val="tx1"/>
                </a:solidFill>
                <a:effectLst/>
                <a:latin typeface="Times New Roman" panose="02020603050405020304" pitchFamily="18" charset="0"/>
                <a:cs typeface="Times New Roman" panose="02020603050405020304" pitchFamily="18" charset="0"/>
              </a:rPr>
              <a:t>[2] </a:t>
            </a:r>
            <a:r>
              <a:rPr lang="zh-CN" altLang="en-US" sz="1600" kern="100" dirty="0">
                <a:solidFill>
                  <a:schemeClr val="tx1"/>
                </a:solidFill>
                <a:effectLst/>
                <a:latin typeface="Times New Roman" panose="02020603050405020304" pitchFamily="18" charset="0"/>
                <a:cs typeface="Times New Roman" panose="02020603050405020304" pitchFamily="18" charset="0"/>
              </a:rPr>
              <a:t>刘振华</a:t>
            </a:r>
            <a:r>
              <a:rPr lang="en-US" altLang="zh-CN" sz="1600" kern="100" dirty="0">
                <a:solidFill>
                  <a:schemeClr val="tx1"/>
                </a:solidFill>
                <a:effectLst/>
                <a:latin typeface="Times New Roman" panose="02020603050405020304" pitchFamily="18" charset="0"/>
                <a:cs typeface="Times New Roman" panose="02020603050405020304" pitchFamily="18" charset="0"/>
              </a:rPr>
              <a:t>, </a:t>
            </a:r>
            <a:r>
              <a:rPr lang="zh-CN" altLang="en-US" sz="1600" kern="100" dirty="0">
                <a:solidFill>
                  <a:schemeClr val="tx1"/>
                </a:solidFill>
                <a:effectLst/>
                <a:latin typeface="Times New Roman" panose="02020603050405020304" pitchFamily="18" charset="0"/>
                <a:cs typeface="Times New Roman" panose="02020603050405020304" pitchFamily="18" charset="0"/>
              </a:rPr>
              <a:t>丁志华</a:t>
            </a:r>
            <a:r>
              <a:rPr lang="en-US" altLang="zh-CN" sz="1600" kern="100" dirty="0">
                <a:solidFill>
                  <a:schemeClr val="tx1"/>
                </a:solidFill>
                <a:effectLst/>
                <a:latin typeface="Times New Roman" panose="02020603050405020304" pitchFamily="18" charset="0"/>
                <a:cs typeface="Times New Roman" panose="02020603050405020304" pitchFamily="18" charset="0"/>
              </a:rPr>
              <a:t> &amp;  </a:t>
            </a:r>
            <a:r>
              <a:rPr lang="zh-CN" altLang="en-US" sz="1600" kern="100" dirty="0">
                <a:solidFill>
                  <a:schemeClr val="tx1"/>
                </a:solidFill>
                <a:effectLst/>
                <a:latin typeface="Times New Roman" panose="02020603050405020304" pitchFamily="18" charset="0"/>
                <a:cs typeface="Times New Roman" panose="02020603050405020304" pitchFamily="18" charset="0"/>
              </a:rPr>
              <a:t>段钊平</a:t>
            </a:r>
            <a:r>
              <a:rPr lang="en-US" altLang="zh-CN" sz="1600" kern="100" dirty="0">
                <a:solidFill>
                  <a:schemeClr val="tx1"/>
                </a:solidFill>
                <a:effectLst/>
                <a:latin typeface="Times New Roman" panose="02020603050405020304" pitchFamily="18" charset="0"/>
                <a:cs typeface="Times New Roman" panose="02020603050405020304" pitchFamily="18" charset="0"/>
              </a:rPr>
              <a:t>. (2023). </a:t>
            </a:r>
            <a:r>
              <a:rPr lang="zh-CN" altLang="en-US" sz="1600" kern="100" dirty="0">
                <a:solidFill>
                  <a:schemeClr val="tx1"/>
                </a:solidFill>
                <a:effectLst/>
                <a:latin typeface="Times New Roman" panose="02020603050405020304" pitchFamily="18" charset="0"/>
                <a:cs typeface="Times New Roman" panose="02020603050405020304" pitchFamily="18" charset="0"/>
              </a:rPr>
              <a:t>气候政策不确定性会加剧能源市场间极端风险溢出吗</a:t>
            </a:r>
            <a:r>
              <a:rPr lang="en-US" altLang="zh-CN" sz="1600" kern="100" dirty="0">
                <a:solidFill>
                  <a:schemeClr val="tx1"/>
                </a:solidFill>
                <a:effectLst/>
                <a:latin typeface="Times New Roman" panose="02020603050405020304" pitchFamily="18" charset="0"/>
                <a:cs typeface="Times New Roman" panose="02020603050405020304" pitchFamily="18" charset="0"/>
              </a:rPr>
              <a:t>?. </a:t>
            </a:r>
            <a:r>
              <a:rPr lang="zh-CN" altLang="en-US" sz="1600" kern="100" dirty="0">
                <a:solidFill>
                  <a:schemeClr val="tx1"/>
                </a:solidFill>
                <a:effectLst/>
                <a:latin typeface="Times New Roman" panose="02020603050405020304" pitchFamily="18" charset="0"/>
                <a:cs typeface="Times New Roman" panose="02020603050405020304" pitchFamily="18" charset="0"/>
              </a:rPr>
              <a:t>系统工程理论与实践</a:t>
            </a:r>
            <a:r>
              <a:rPr lang="en-US" altLang="zh-CN" sz="1600" kern="100" dirty="0">
                <a:solidFill>
                  <a:schemeClr val="tx1"/>
                </a:solidFill>
                <a:effectLst/>
                <a:latin typeface="Times New Roman" panose="02020603050405020304" pitchFamily="18" charset="0"/>
                <a:cs typeface="Times New Roman" panose="02020603050405020304" pitchFamily="18" charset="0"/>
              </a:rPr>
              <a:t>, 43 (06), 1651-1667.</a:t>
            </a:r>
            <a:endParaRPr lang="en-US" altLang="zh-CN" sz="1600" kern="100" dirty="0">
              <a:solidFill>
                <a:schemeClr val="tx1"/>
              </a:solidFill>
              <a:effectLst/>
              <a:latin typeface="Times New Roman" panose="02020603050405020304" pitchFamily="18" charset="0"/>
              <a:cs typeface="Times New Roman" panose="02020603050405020304" pitchFamily="18" charset="0"/>
            </a:endParaRPr>
          </a:p>
          <a:p>
            <a:pPr algn="just">
              <a:lnSpc>
                <a:spcPct val="150000"/>
              </a:lnSpc>
            </a:pPr>
            <a:r>
              <a:rPr lang="en-US" altLang="zh-CN" sz="1600" kern="100" dirty="0">
                <a:solidFill>
                  <a:schemeClr val="tx1"/>
                </a:solidFill>
                <a:effectLst/>
                <a:latin typeface="Times New Roman" panose="02020603050405020304" pitchFamily="18" charset="0"/>
                <a:cs typeface="Times New Roman" panose="02020603050405020304" pitchFamily="18" charset="0"/>
              </a:rPr>
              <a:t>[3] </a:t>
            </a:r>
            <a:r>
              <a:rPr lang="zh-CN" altLang="en-US" sz="1600" kern="100" dirty="0">
                <a:solidFill>
                  <a:schemeClr val="tx1"/>
                </a:solidFill>
                <a:effectLst/>
                <a:latin typeface="Times New Roman" panose="02020603050405020304" pitchFamily="18" charset="0"/>
                <a:cs typeface="Times New Roman" panose="02020603050405020304" pitchFamily="18" charset="0"/>
              </a:rPr>
              <a:t>丁时杰</a:t>
            </a:r>
            <a:r>
              <a:rPr lang="en-US" altLang="zh-CN" sz="1600" kern="100" dirty="0">
                <a:solidFill>
                  <a:schemeClr val="tx1"/>
                </a:solidFill>
                <a:effectLst/>
                <a:latin typeface="Times New Roman" panose="02020603050405020304" pitchFamily="18" charset="0"/>
                <a:cs typeface="Times New Roman" panose="02020603050405020304" pitchFamily="18" charset="0"/>
              </a:rPr>
              <a:t>, </a:t>
            </a:r>
            <a:r>
              <a:rPr lang="zh-CN" altLang="en-US" sz="1600" kern="100" dirty="0">
                <a:solidFill>
                  <a:schemeClr val="tx1"/>
                </a:solidFill>
                <a:effectLst/>
                <a:latin typeface="Times New Roman" panose="02020603050405020304" pitchFamily="18" charset="0"/>
                <a:cs typeface="Times New Roman" panose="02020603050405020304" pitchFamily="18" charset="0"/>
              </a:rPr>
              <a:t>梁治朋</a:t>
            </a:r>
            <a:r>
              <a:rPr lang="en-US" altLang="zh-CN" sz="1600" kern="100" dirty="0">
                <a:solidFill>
                  <a:schemeClr val="tx1"/>
                </a:solidFill>
                <a:effectLst/>
                <a:latin typeface="Times New Roman" panose="02020603050405020304" pitchFamily="18" charset="0"/>
                <a:cs typeface="Times New Roman" panose="02020603050405020304" pitchFamily="18" charset="0"/>
              </a:rPr>
              <a:t> &amp;  </a:t>
            </a:r>
            <a:r>
              <a:rPr lang="zh-CN" altLang="en-US" sz="1600" kern="100" dirty="0">
                <a:solidFill>
                  <a:schemeClr val="tx1"/>
                </a:solidFill>
                <a:effectLst/>
                <a:latin typeface="Times New Roman" panose="02020603050405020304" pitchFamily="18" charset="0"/>
                <a:cs typeface="Times New Roman" panose="02020603050405020304" pitchFamily="18" charset="0"/>
              </a:rPr>
              <a:t>谌金宇</a:t>
            </a:r>
            <a:r>
              <a:rPr lang="en-US" altLang="zh-CN" sz="1600" kern="100" dirty="0">
                <a:solidFill>
                  <a:schemeClr val="tx1"/>
                </a:solidFill>
                <a:effectLst/>
                <a:latin typeface="Times New Roman" panose="02020603050405020304" pitchFamily="18" charset="0"/>
                <a:cs typeface="Times New Roman" panose="02020603050405020304" pitchFamily="18" charset="0"/>
              </a:rPr>
              <a:t>. (2023). </a:t>
            </a:r>
            <a:r>
              <a:rPr lang="zh-CN" altLang="en-US" sz="1600" kern="100" dirty="0">
                <a:solidFill>
                  <a:schemeClr val="tx1"/>
                </a:solidFill>
                <a:effectLst/>
                <a:latin typeface="Times New Roman" panose="02020603050405020304" pitchFamily="18" charset="0"/>
                <a:cs typeface="Times New Roman" panose="02020603050405020304" pitchFamily="18" charset="0"/>
              </a:rPr>
              <a:t>时频视角下气候政策不确定性与能源、金属市场的溢出效应研究</a:t>
            </a:r>
            <a:r>
              <a:rPr lang="en-US" altLang="zh-CN" sz="1600" kern="100" dirty="0">
                <a:solidFill>
                  <a:schemeClr val="tx1"/>
                </a:solidFill>
                <a:effectLst/>
                <a:latin typeface="Times New Roman" panose="02020603050405020304" pitchFamily="18" charset="0"/>
                <a:cs typeface="Times New Roman" panose="02020603050405020304" pitchFamily="18" charset="0"/>
              </a:rPr>
              <a:t>. </a:t>
            </a:r>
            <a:r>
              <a:rPr lang="zh-CN" altLang="en-US" sz="1600" kern="100" dirty="0">
                <a:solidFill>
                  <a:schemeClr val="tx1"/>
                </a:solidFill>
                <a:effectLst/>
                <a:latin typeface="Times New Roman" panose="02020603050405020304" pitchFamily="18" charset="0"/>
                <a:cs typeface="Times New Roman" panose="02020603050405020304" pitchFamily="18" charset="0"/>
              </a:rPr>
              <a:t>系统工程理论与实践</a:t>
            </a:r>
            <a:r>
              <a:rPr lang="en-US" altLang="zh-CN" sz="1600" kern="100" dirty="0">
                <a:solidFill>
                  <a:schemeClr val="tx1"/>
                </a:solidFill>
                <a:effectLst/>
                <a:latin typeface="Times New Roman" panose="02020603050405020304" pitchFamily="18" charset="0"/>
                <a:cs typeface="Times New Roman" panose="02020603050405020304" pitchFamily="18" charset="0"/>
              </a:rPr>
              <a:t>, 43 (08), 2222-2235.</a:t>
            </a:r>
            <a:endParaRPr lang="en-US" altLang="zh-CN" sz="1600" kern="100" dirty="0">
              <a:solidFill>
                <a:schemeClr val="tx1"/>
              </a:solidFill>
              <a:effectLst/>
              <a:latin typeface="Times New Roman" panose="02020603050405020304" pitchFamily="18" charset="0"/>
              <a:cs typeface="Times New Roman" panose="02020603050405020304" pitchFamily="18" charset="0"/>
            </a:endParaRPr>
          </a:p>
          <a:p>
            <a:pPr algn="just">
              <a:lnSpc>
                <a:spcPct val="150000"/>
              </a:lnSpc>
            </a:pPr>
            <a:r>
              <a:rPr lang="en-US" altLang="zh-CN" sz="1600" kern="100" dirty="0">
                <a:solidFill>
                  <a:schemeClr val="tx1"/>
                </a:solidFill>
                <a:effectLst/>
                <a:latin typeface="Times New Roman" panose="02020603050405020304" pitchFamily="18" charset="0"/>
                <a:cs typeface="Times New Roman" panose="02020603050405020304" pitchFamily="18" charset="0"/>
              </a:rPr>
              <a:t>[4] </a:t>
            </a:r>
            <a:r>
              <a:rPr lang="zh-CN" altLang="en-US" sz="1600" kern="100" dirty="0">
                <a:solidFill>
                  <a:schemeClr val="tx1"/>
                </a:solidFill>
                <a:effectLst/>
                <a:latin typeface="Times New Roman" panose="02020603050405020304" pitchFamily="18" charset="0"/>
                <a:cs typeface="Times New Roman" panose="02020603050405020304" pitchFamily="18" charset="0"/>
              </a:rPr>
              <a:t>刘晓星</a:t>
            </a:r>
            <a:r>
              <a:rPr lang="en-US" altLang="zh-CN" sz="1600" kern="100" dirty="0">
                <a:solidFill>
                  <a:schemeClr val="tx1"/>
                </a:solidFill>
                <a:effectLst/>
                <a:latin typeface="Times New Roman" panose="02020603050405020304" pitchFamily="18" charset="0"/>
                <a:cs typeface="Times New Roman" panose="02020603050405020304" pitchFamily="18" charset="0"/>
              </a:rPr>
              <a:t>, </a:t>
            </a:r>
            <a:r>
              <a:rPr lang="zh-CN" altLang="en-US" sz="1600" kern="100" dirty="0">
                <a:solidFill>
                  <a:schemeClr val="tx1"/>
                </a:solidFill>
                <a:effectLst/>
                <a:latin typeface="Times New Roman" panose="02020603050405020304" pitchFamily="18" charset="0"/>
                <a:cs typeface="Times New Roman" panose="02020603050405020304" pitchFamily="18" charset="0"/>
              </a:rPr>
              <a:t>张旭</a:t>
            </a:r>
            <a:r>
              <a:rPr lang="en-US" altLang="zh-CN" sz="1600" kern="100" dirty="0">
                <a:solidFill>
                  <a:schemeClr val="tx1"/>
                </a:solidFill>
                <a:effectLst/>
                <a:latin typeface="Times New Roman" panose="02020603050405020304" pitchFamily="18" charset="0"/>
                <a:cs typeface="Times New Roman" panose="02020603050405020304" pitchFamily="18" charset="0"/>
              </a:rPr>
              <a:t>, </a:t>
            </a:r>
            <a:r>
              <a:rPr lang="zh-CN" altLang="en-US" sz="1600" kern="100" dirty="0">
                <a:solidFill>
                  <a:schemeClr val="tx1"/>
                </a:solidFill>
                <a:effectLst/>
                <a:latin typeface="Times New Roman" panose="02020603050405020304" pitchFamily="18" charset="0"/>
                <a:cs typeface="Times New Roman" panose="02020603050405020304" pitchFamily="18" charset="0"/>
              </a:rPr>
              <a:t>李守伟</a:t>
            </a:r>
            <a:r>
              <a:rPr lang="en-US" altLang="zh-CN" sz="1600" kern="100" dirty="0">
                <a:solidFill>
                  <a:schemeClr val="tx1"/>
                </a:solidFill>
                <a:effectLst/>
                <a:latin typeface="Times New Roman" panose="02020603050405020304" pitchFamily="18" charset="0"/>
                <a:cs typeface="Times New Roman" panose="02020603050405020304" pitchFamily="18" charset="0"/>
              </a:rPr>
              <a:t>. </a:t>
            </a:r>
            <a:r>
              <a:rPr lang="zh-CN" altLang="en-US" sz="1600" kern="100" dirty="0">
                <a:solidFill>
                  <a:schemeClr val="tx1"/>
                </a:solidFill>
                <a:effectLst/>
                <a:latin typeface="Times New Roman" panose="02020603050405020304" pitchFamily="18" charset="0"/>
                <a:cs typeface="Times New Roman" panose="02020603050405020304" pitchFamily="18" charset="0"/>
              </a:rPr>
              <a:t>中国宏观经济韧性测度</a:t>
            </a:r>
            <a:r>
              <a:rPr lang="en-US" altLang="zh-CN" sz="1600" kern="100" dirty="0">
                <a:solidFill>
                  <a:schemeClr val="tx1"/>
                </a:solidFill>
                <a:effectLst/>
                <a:latin typeface="Times New Roman" panose="02020603050405020304" pitchFamily="18" charset="0"/>
                <a:cs typeface="Times New Roman" panose="02020603050405020304" pitchFamily="18" charset="0"/>
              </a:rPr>
              <a:t>——</a:t>
            </a:r>
            <a:r>
              <a:rPr lang="zh-CN" altLang="en-US" sz="1600" kern="100" dirty="0">
                <a:solidFill>
                  <a:schemeClr val="tx1"/>
                </a:solidFill>
                <a:effectLst/>
                <a:latin typeface="Times New Roman" panose="02020603050405020304" pitchFamily="18" charset="0"/>
                <a:cs typeface="Times New Roman" panose="02020603050405020304" pitchFamily="18" charset="0"/>
              </a:rPr>
              <a:t>基于系统性风险的视角</a:t>
            </a:r>
            <a:r>
              <a:rPr lang="en-US" altLang="zh-CN" sz="1600" kern="100" dirty="0">
                <a:solidFill>
                  <a:schemeClr val="tx1"/>
                </a:solidFill>
                <a:effectLst/>
                <a:latin typeface="Times New Roman" panose="02020603050405020304" pitchFamily="18" charset="0"/>
                <a:cs typeface="Times New Roman" panose="02020603050405020304" pitchFamily="18" charset="0"/>
              </a:rPr>
              <a:t>. </a:t>
            </a:r>
            <a:r>
              <a:rPr lang="zh-CN" altLang="en-US" sz="1600" kern="100" dirty="0">
                <a:solidFill>
                  <a:schemeClr val="tx1"/>
                </a:solidFill>
                <a:effectLst/>
                <a:latin typeface="Times New Roman" panose="02020603050405020304" pitchFamily="18" charset="0"/>
                <a:cs typeface="Times New Roman" panose="02020603050405020304" pitchFamily="18" charset="0"/>
              </a:rPr>
              <a:t>中国社会科学</a:t>
            </a:r>
            <a:r>
              <a:rPr lang="en-US" altLang="zh-CN" sz="1600" kern="100" dirty="0">
                <a:solidFill>
                  <a:schemeClr val="tx1"/>
                </a:solidFill>
                <a:effectLst/>
                <a:latin typeface="Times New Roman" panose="02020603050405020304" pitchFamily="18" charset="0"/>
                <a:cs typeface="Times New Roman" panose="02020603050405020304" pitchFamily="18" charset="0"/>
              </a:rPr>
              <a:t>, 2021, (01): 12-32+204.</a:t>
            </a:r>
            <a:endParaRPr lang="en-US" altLang="zh-CN" sz="1600" kern="100" dirty="0">
              <a:solidFill>
                <a:schemeClr val="tx1"/>
              </a:solidFill>
              <a:effectLst/>
              <a:latin typeface="Times New Roman" panose="02020603050405020304" pitchFamily="18" charset="0"/>
              <a:cs typeface="Times New Roman" panose="02020603050405020304" pitchFamily="18" charset="0"/>
            </a:endParaRPr>
          </a:p>
          <a:p>
            <a:pPr algn="just">
              <a:lnSpc>
                <a:spcPct val="150000"/>
              </a:lnSpc>
            </a:pPr>
            <a:r>
              <a:rPr lang="en-US" altLang="zh-CN" sz="1600" kern="100" dirty="0">
                <a:solidFill>
                  <a:schemeClr val="tx1"/>
                </a:solidFill>
                <a:effectLst/>
                <a:latin typeface="Times New Roman" panose="02020603050405020304" pitchFamily="18" charset="0"/>
                <a:cs typeface="Times New Roman" panose="02020603050405020304" pitchFamily="18" charset="0"/>
              </a:rPr>
              <a:t>[5] </a:t>
            </a:r>
            <a:r>
              <a:rPr lang="zh-CN" altLang="en-US" sz="1600" kern="100" dirty="0">
                <a:solidFill>
                  <a:schemeClr val="tx1"/>
                </a:solidFill>
                <a:effectLst/>
                <a:latin typeface="Times New Roman" panose="02020603050405020304" pitchFamily="18" charset="0"/>
                <a:cs typeface="Times New Roman" panose="02020603050405020304" pitchFamily="18" charset="0"/>
              </a:rPr>
              <a:t>汤淳</a:t>
            </a:r>
            <a:r>
              <a:rPr lang="en-US" altLang="zh-CN" sz="1600" kern="100" dirty="0">
                <a:solidFill>
                  <a:schemeClr val="tx1"/>
                </a:solidFill>
                <a:effectLst/>
                <a:latin typeface="Times New Roman" panose="02020603050405020304" pitchFamily="18" charset="0"/>
                <a:cs typeface="Times New Roman" panose="02020603050405020304" pitchFamily="18" charset="0"/>
              </a:rPr>
              <a:t>, </a:t>
            </a:r>
            <a:r>
              <a:rPr lang="zh-CN" altLang="en-US" sz="1600" kern="100" dirty="0">
                <a:solidFill>
                  <a:schemeClr val="tx1"/>
                </a:solidFill>
                <a:effectLst/>
                <a:latin typeface="Times New Roman" panose="02020603050405020304" pitchFamily="18" charset="0"/>
                <a:cs typeface="Times New Roman" panose="02020603050405020304" pitchFamily="18" charset="0"/>
              </a:rPr>
              <a:t>刘晓星</a:t>
            </a:r>
            <a:r>
              <a:rPr lang="en-US" altLang="zh-CN" sz="1600" kern="100" dirty="0">
                <a:solidFill>
                  <a:schemeClr val="tx1"/>
                </a:solidFill>
                <a:effectLst/>
                <a:latin typeface="Times New Roman" panose="02020603050405020304" pitchFamily="18" charset="0"/>
                <a:cs typeface="Times New Roman" panose="02020603050405020304" pitchFamily="18" charset="0"/>
              </a:rPr>
              <a:t>. </a:t>
            </a:r>
            <a:r>
              <a:rPr lang="zh-CN" altLang="en-US" sz="1600" kern="100" dirty="0">
                <a:solidFill>
                  <a:schemeClr val="tx1"/>
                </a:solidFill>
                <a:effectLst/>
                <a:latin typeface="Times New Roman" panose="02020603050405020304" pitchFamily="18" charset="0"/>
                <a:cs typeface="Times New Roman" panose="02020603050405020304" pitchFamily="18" charset="0"/>
              </a:rPr>
              <a:t>中国金融市场韧性研究</a:t>
            </a:r>
            <a:r>
              <a:rPr lang="en-US" altLang="zh-CN" sz="1600" kern="100" dirty="0">
                <a:solidFill>
                  <a:schemeClr val="tx1"/>
                </a:solidFill>
                <a:effectLst/>
                <a:latin typeface="Times New Roman" panose="02020603050405020304" pitchFamily="18" charset="0"/>
                <a:cs typeface="Times New Roman" panose="02020603050405020304" pitchFamily="18" charset="0"/>
              </a:rPr>
              <a:t>——</a:t>
            </a:r>
            <a:r>
              <a:rPr lang="zh-CN" altLang="en-US" sz="1600" kern="100" dirty="0">
                <a:solidFill>
                  <a:schemeClr val="tx1"/>
                </a:solidFill>
                <a:effectLst/>
                <a:latin typeface="Times New Roman" panose="02020603050405020304" pitchFamily="18" charset="0"/>
                <a:cs typeface="Times New Roman" panose="02020603050405020304" pitchFamily="18" charset="0"/>
              </a:rPr>
              <a:t>基于风险冲击视角</a:t>
            </a:r>
            <a:r>
              <a:rPr lang="en-US" altLang="zh-CN" sz="1600" kern="100" dirty="0">
                <a:solidFill>
                  <a:schemeClr val="tx1"/>
                </a:solidFill>
                <a:effectLst/>
                <a:latin typeface="Times New Roman" panose="02020603050405020304" pitchFamily="18" charset="0"/>
                <a:cs typeface="Times New Roman" panose="02020603050405020304" pitchFamily="18" charset="0"/>
              </a:rPr>
              <a:t>. </a:t>
            </a:r>
            <a:r>
              <a:rPr lang="zh-CN" altLang="en-US" sz="1600" kern="100" dirty="0">
                <a:solidFill>
                  <a:schemeClr val="tx1"/>
                </a:solidFill>
                <a:effectLst/>
                <a:latin typeface="Times New Roman" panose="02020603050405020304" pitchFamily="18" charset="0"/>
                <a:cs typeface="Times New Roman" panose="02020603050405020304" pitchFamily="18" charset="0"/>
              </a:rPr>
              <a:t>金融经济学研究</a:t>
            </a:r>
            <a:r>
              <a:rPr lang="en-US" altLang="zh-CN" sz="1600" kern="100" dirty="0">
                <a:solidFill>
                  <a:schemeClr val="tx1"/>
                </a:solidFill>
                <a:effectLst/>
                <a:latin typeface="Times New Roman" panose="02020603050405020304" pitchFamily="18" charset="0"/>
                <a:cs typeface="Times New Roman" panose="02020603050405020304" pitchFamily="18" charset="0"/>
              </a:rPr>
              <a:t>, 2022, 37 (03): 3-18.</a:t>
            </a:r>
            <a:endParaRPr lang="en-US" altLang="zh-CN" sz="1600" kern="100" dirty="0">
              <a:solidFill>
                <a:schemeClr val="tx1"/>
              </a:solidFill>
              <a:effectLst/>
              <a:latin typeface="Times New Roman" panose="02020603050405020304" pitchFamily="18" charset="0"/>
              <a:cs typeface="Times New Roman" panose="02020603050405020304" pitchFamily="18" charset="0"/>
            </a:endParaRPr>
          </a:p>
          <a:p>
            <a:pPr algn="just">
              <a:lnSpc>
                <a:spcPct val="150000"/>
              </a:lnSpc>
            </a:pPr>
            <a:r>
              <a:rPr lang="en-US" altLang="zh-CN" sz="1600" kern="100" dirty="0">
                <a:solidFill>
                  <a:schemeClr val="tx1"/>
                </a:solidFill>
                <a:effectLst/>
                <a:latin typeface="Times New Roman" panose="02020603050405020304" pitchFamily="18" charset="0"/>
                <a:cs typeface="Times New Roman" panose="02020603050405020304" pitchFamily="18" charset="0"/>
              </a:rPr>
              <a:t>[6] </a:t>
            </a:r>
            <a:r>
              <a:rPr lang="zh-CN" altLang="en-US" sz="1600" kern="100" dirty="0">
                <a:solidFill>
                  <a:schemeClr val="tx1"/>
                </a:solidFill>
                <a:effectLst/>
                <a:latin typeface="Times New Roman" panose="02020603050405020304" pitchFamily="18" charset="0"/>
                <a:cs typeface="Times New Roman" panose="02020603050405020304" pitchFamily="18" charset="0"/>
              </a:rPr>
              <a:t>陈雨恬</a:t>
            </a:r>
            <a:r>
              <a:rPr lang="en-US" altLang="zh-CN" sz="1600" kern="100" dirty="0">
                <a:solidFill>
                  <a:schemeClr val="tx1"/>
                </a:solidFill>
                <a:effectLst/>
                <a:latin typeface="Times New Roman" panose="02020603050405020304" pitchFamily="18" charset="0"/>
                <a:cs typeface="Times New Roman" panose="02020603050405020304" pitchFamily="18" charset="0"/>
              </a:rPr>
              <a:t>, </a:t>
            </a:r>
            <a:r>
              <a:rPr lang="zh-CN" altLang="en-US" sz="1600" kern="100" dirty="0">
                <a:solidFill>
                  <a:schemeClr val="tx1"/>
                </a:solidFill>
                <a:effectLst/>
                <a:latin typeface="Times New Roman" panose="02020603050405020304" pitchFamily="18" charset="0"/>
                <a:cs typeface="Times New Roman" panose="02020603050405020304" pitchFamily="18" charset="0"/>
              </a:rPr>
              <a:t>杨子晖</a:t>
            </a:r>
            <a:r>
              <a:rPr lang="en-US" altLang="zh-CN" sz="1600" kern="100" dirty="0">
                <a:solidFill>
                  <a:schemeClr val="tx1"/>
                </a:solidFill>
                <a:effectLst/>
                <a:latin typeface="Times New Roman" panose="02020603050405020304" pitchFamily="18" charset="0"/>
                <a:cs typeface="Times New Roman" panose="02020603050405020304" pitchFamily="18" charset="0"/>
              </a:rPr>
              <a:t>, </a:t>
            </a:r>
            <a:r>
              <a:rPr lang="zh-CN" altLang="en-US" sz="1600" kern="100" dirty="0">
                <a:solidFill>
                  <a:schemeClr val="tx1"/>
                </a:solidFill>
                <a:effectLst/>
                <a:latin typeface="Times New Roman" panose="02020603050405020304" pitchFamily="18" charset="0"/>
                <a:cs typeface="Times New Roman" panose="02020603050405020304" pitchFamily="18" charset="0"/>
              </a:rPr>
              <a:t>温雪莲</a:t>
            </a:r>
            <a:r>
              <a:rPr lang="en-US" altLang="zh-CN" sz="1600" kern="100" dirty="0">
                <a:solidFill>
                  <a:schemeClr val="tx1"/>
                </a:solidFill>
                <a:effectLst/>
                <a:latin typeface="Times New Roman" panose="02020603050405020304" pitchFamily="18" charset="0"/>
                <a:cs typeface="Times New Roman" panose="02020603050405020304" pitchFamily="18" charset="0"/>
              </a:rPr>
              <a:t>. (2024). </a:t>
            </a:r>
            <a:r>
              <a:rPr lang="zh-CN" altLang="en-US" sz="1600" kern="100" dirty="0">
                <a:solidFill>
                  <a:schemeClr val="tx1"/>
                </a:solidFill>
                <a:effectLst/>
                <a:latin typeface="Times New Roman" panose="02020603050405020304" pitchFamily="18" charset="0"/>
                <a:cs typeface="Times New Roman" panose="02020603050405020304" pitchFamily="18" charset="0"/>
              </a:rPr>
              <a:t>预期引导、经济韧性与宏观经济治理</a:t>
            </a:r>
            <a:r>
              <a:rPr lang="en-US" altLang="zh-CN" sz="1600" kern="100" dirty="0">
                <a:solidFill>
                  <a:schemeClr val="tx1"/>
                </a:solidFill>
                <a:effectLst/>
                <a:latin typeface="Times New Roman" panose="02020603050405020304" pitchFamily="18" charset="0"/>
                <a:cs typeface="Times New Roman" panose="02020603050405020304" pitchFamily="18" charset="0"/>
              </a:rPr>
              <a:t>. </a:t>
            </a:r>
            <a:r>
              <a:rPr lang="zh-CN" altLang="en-US" sz="1600" kern="100" dirty="0">
                <a:solidFill>
                  <a:schemeClr val="tx1"/>
                </a:solidFill>
                <a:effectLst/>
                <a:latin typeface="Times New Roman" panose="02020603050405020304" pitchFamily="18" charset="0"/>
                <a:cs typeface="Times New Roman" panose="02020603050405020304" pitchFamily="18" charset="0"/>
              </a:rPr>
              <a:t>管理世界</a:t>
            </a:r>
            <a:r>
              <a:rPr lang="en-US" altLang="zh-CN" sz="1600" kern="100" dirty="0">
                <a:solidFill>
                  <a:schemeClr val="tx1"/>
                </a:solidFill>
                <a:effectLst/>
                <a:latin typeface="Times New Roman" panose="02020603050405020304" pitchFamily="18" charset="0"/>
                <a:cs typeface="Times New Roman" panose="02020603050405020304" pitchFamily="18" charset="0"/>
              </a:rPr>
              <a:t> (11), 66-88. </a:t>
            </a:r>
            <a:endParaRPr lang="en-US" altLang="zh-CN" sz="1600" kern="100" dirty="0">
              <a:solidFill>
                <a:schemeClr val="tx1"/>
              </a:solidFill>
              <a:effectLst/>
              <a:latin typeface="Times New Roman" panose="02020603050405020304" pitchFamily="18" charset="0"/>
              <a:cs typeface="Times New Roman" panose="02020603050405020304" pitchFamily="18" charset="0"/>
            </a:endParaRPr>
          </a:p>
          <a:p>
            <a:pPr algn="just">
              <a:lnSpc>
                <a:spcPct val="150000"/>
              </a:lnSpc>
            </a:pPr>
            <a:r>
              <a:rPr lang="en-US" altLang="zh-CN" sz="1600" kern="100" dirty="0">
                <a:solidFill>
                  <a:schemeClr val="tx1"/>
                </a:solidFill>
                <a:effectLst/>
                <a:latin typeface="Times New Roman" panose="02020603050405020304" pitchFamily="18" charset="0"/>
                <a:cs typeface="Times New Roman" panose="02020603050405020304" pitchFamily="18" charset="0"/>
              </a:rPr>
              <a:t>[7] Stroebel, J., &amp; Wurgler, J. (2021). What do you think about climate finance?. Journal of Financial Economics, 142(2), 487-498.</a:t>
            </a:r>
            <a:endParaRPr lang="en-US" altLang="zh-CN" sz="1600" kern="100" dirty="0">
              <a:solidFill>
                <a:schemeClr val="tx1"/>
              </a:solidFill>
              <a:effectLst/>
              <a:latin typeface="Times New Roman" panose="02020603050405020304" pitchFamily="18" charset="0"/>
              <a:cs typeface="Times New Roman" panose="02020603050405020304" pitchFamily="18" charset="0"/>
            </a:endParaRPr>
          </a:p>
          <a:p>
            <a:pPr algn="just">
              <a:lnSpc>
                <a:spcPct val="150000"/>
              </a:lnSpc>
            </a:pPr>
            <a:r>
              <a:rPr lang="en-US" altLang="zh-CN" sz="1600" kern="100" dirty="0">
                <a:solidFill>
                  <a:schemeClr val="tx1"/>
                </a:solidFill>
                <a:effectLst/>
                <a:latin typeface="Times New Roman" panose="02020603050405020304" pitchFamily="18" charset="0"/>
                <a:cs typeface="Times New Roman" panose="02020603050405020304" pitchFamily="18" charset="0"/>
              </a:rPr>
              <a:t>[8] Brunnermeier, M. K. (2024). Presidential Address: Macrofinance and Resilience. The Journal of Finance, 79(6), 3683-3728.</a:t>
            </a:r>
            <a:endParaRPr lang="en-US" altLang="zh-CN" sz="1600" kern="100" dirty="0">
              <a:solidFill>
                <a:schemeClr val="tx1"/>
              </a:solidFill>
              <a:effectLst/>
              <a:latin typeface="Times New Roman" panose="02020603050405020304" pitchFamily="18" charset="0"/>
              <a:cs typeface="Times New Roman" panose="02020603050405020304" pitchFamily="18" charset="0"/>
            </a:endParaRPr>
          </a:p>
          <a:p>
            <a:pPr algn="just">
              <a:lnSpc>
                <a:spcPct val="150000"/>
              </a:lnSpc>
            </a:pPr>
            <a:r>
              <a:rPr lang="en-US" altLang="zh-CN" sz="1600" kern="100" dirty="0">
                <a:solidFill>
                  <a:schemeClr val="tx1"/>
                </a:solidFill>
                <a:effectLst/>
                <a:latin typeface="Times New Roman" panose="02020603050405020304" pitchFamily="18" charset="0"/>
                <a:cs typeface="Times New Roman" panose="02020603050405020304" pitchFamily="18" charset="0"/>
              </a:rPr>
              <a:t>[9] Tang, C., Liu, X., &amp; Yang, G. (2024). A study of financial market resilience in China—From a hot money shock perspective. Pacific-Basin Finance Journal, 83, 102256.</a:t>
            </a:r>
            <a:endParaRPr lang="en-US" altLang="zh-CN" sz="1600" kern="100" dirty="0">
              <a:solidFill>
                <a:schemeClr val="tx1"/>
              </a:solidFill>
              <a:effectLst/>
              <a:latin typeface="Times New Roman" panose="02020603050405020304" pitchFamily="18" charset="0"/>
              <a:cs typeface="Times New Roman" panose="02020603050405020304" pitchFamily="18" charset="0"/>
            </a:endParaRPr>
          </a:p>
          <a:p>
            <a:pPr algn="just">
              <a:lnSpc>
                <a:spcPct val="150000"/>
              </a:lnSpc>
            </a:pPr>
            <a:r>
              <a:rPr lang="en-US" altLang="zh-CN" sz="1600" kern="100" dirty="0">
                <a:solidFill>
                  <a:schemeClr val="tx1"/>
                </a:solidFill>
                <a:effectLst/>
                <a:latin typeface="Times New Roman" panose="02020603050405020304" pitchFamily="18" charset="0"/>
                <a:cs typeface="Times New Roman" panose="02020603050405020304" pitchFamily="18" charset="0"/>
              </a:rPr>
              <a:t>[10] Liu, L., L</a:t>
            </a:r>
            <a:r>
              <a:rPr lang="en-US" altLang="en-US" sz="1600" kern="100" dirty="0">
                <a:solidFill>
                  <a:schemeClr val="tx1"/>
                </a:solidFill>
                <a:effectLst/>
                <a:latin typeface="Times New Roman" panose="02020603050405020304" pitchFamily="18" charset="0"/>
                <a:cs typeface="Times New Roman" panose="02020603050405020304" pitchFamily="18" charset="0"/>
              </a:rPr>
              <a:t>ü</a:t>
            </a:r>
            <a:r>
              <a:rPr lang="en-US" altLang="zh-CN" sz="1600" kern="100" dirty="0">
                <a:solidFill>
                  <a:schemeClr val="tx1"/>
                </a:solidFill>
                <a:effectLst/>
                <a:latin typeface="Times New Roman" panose="02020603050405020304" pitchFamily="18" charset="0"/>
                <a:cs typeface="Times New Roman" panose="02020603050405020304" pitchFamily="18" charset="0"/>
              </a:rPr>
              <a:t>, Z., &amp; Yoon, S. M. (2025). Impact of policy uncertainty on stock market volatility in the China’s low-carbon economy. Energy Economics, 141, 108056.</a:t>
            </a:r>
            <a:endParaRPr lang="en-US" altLang="zh-CN" sz="1600" kern="100" dirty="0">
              <a:solidFill>
                <a:schemeClr val="tx1"/>
              </a:solidFill>
              <a:effectLst/>
              <a:latin typeface="Times New Roman" panose="02020603050405020304" pitchFamily="18" charset="0"/>
              <a:cs typeface="Times New Roman" panose="02020603050405020304" pitchFamily="18" charset="0"/>
            </a:endParaRPr>
          </a:p>
          <a:p>
            <a:pPr algn="just">
              <a:lnSpc>
                <a:spcPct val="150000"/>
              </a:lnSpc>
            </a:pPr>
            <a:endParaRPr lang="en-US" altLang="zh-CN" sz="1600" kern="100" dirty="0">
              <a:solidFill>
                <a:schemeClr val="tx1"/>
              </a:solidFill>
              <a:effectLst/>
              <a:latin typeface="Times New Roman" panose="02020603050405020304" pitchFamily="18" charset="0"/>
              <a:cs typeface="Times New Roman" panose="02020603050405020304" pitchFamily="18" charset="0"/>
            </a:endParaRPr>
          </a:p>
        </p:txBody>
      </p:sp>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p:cNvSpPr>
            <a:spLocks noGrp="1"/>
          </p:cNvSpPr>
          <p:nvPr>
            <p:ph type="ctrTitle"/>
            <p:custDataLst>
              <p:tags r:id="rId1"/>
            </p:custDataLst>
          </p:nvPr>
        </p:nvSpPr>
        <p:spPr/>
        <p:txBody>
          <a:bodyPr>
            <a:normAutofit fontScale="90000"/>
          </a:bodyPr>
          <a:p>
            <a:pPr marL="0" indent="0" algn="ctr">
              <a:lnSpc>
                <a:spcPct val="100000"/>
              </a:lnSpc>
              <a:spcBef>
                <a:spcPts val="0"/>
              </a:spcBef>
              <a:spcAft>
                <a:spcPts val="0"/>
              </a:spcAft>
              <a:buSzPct val="100000"/>
            </a:pPr>
            <a:r>
              <a:rPr altLang="en-US"/>
              <a:t>请各位评审老师批评指正，谢谢老师！</a:t>
            </a:r>
            <a:endParaRPr altLang="en-US"/>
          </a:p>
        </p:txBody>
      </p:sp>
      <p:sp>
        <p:nvSpPr>
          <p:cNvPr id="7" name="副标题"/>
          <p:cNvSpPr>
            <a:spLocks noGrp="1"/>
          </p:cNvSpPr>
          <p:nvPr>
            <p:ph type="subTitle" idx="1"/>
            <p:custDataLst>
              <p:tags r:id="rId2"/>
            </p:custDataLst>
          </p:nvPr>
        </p:nvSpPr>
        <p:spPr/>
        <p:txBody>
          <a:bodyPr/>
          <a:p>
            <a:r>
              <a:rPr lang="en-US" altLang="zh-CN"/>
              <a:t>Thank you</a:t>
            </a:r>
            <a:endParaRPr lang="en-US" altLang="zh-CN"/>
          </a:p>
        </p:txBody>
      </p:sp>
      <p:sp>
        <p:nvSpPr>
          <p:cNvPr id="9" name="日期时间"/>
          <p:cNvSpPr>
            <a:spLocks noGrp="1"/>
          </p:cNvSpPr>
          <p:nvPr>
            <p:custDataLst>
              <p:tags r:id="rId3"/>
            </p:custDataLst>
          </p:nvPr>
        </p:nvSpPr>
        <p:spPr>
          <a:xfrm>
            <a:off x="6170250" y="4652200"/>
            <a:ext cx="2520000" cy="432000"/>
          </a:xfrm>
          <a:prstGeom prst="roundRect">
            <a:avLst>
              <a:gd name="adj" fmla="val 50000"/>
            </a:avLst>
          </a:prstGeom>
          <a:solidFill>
            <a:schemeClr val="accent1">
              <a:lumMod val="60000"/>
              <a:lumOff val="40000"/>
            </a:schemeClr>
          </a:solidFill>
        </p:spPr>
        <p:txBody>
          <a:bodyPr vert="horz" wrap="square" lIns="0" tIns="0" rIns="0" bIns="0" rtlCol="0" anchor="ctr">
            <a:normAutofit/>
          </a:bodyPr>
          <a:lstStyle>
            <a:lvl1pPr marL="0" indent="0" algn="ctr" defTabSz="914400" rtl="0" eaLnBrk="1" latinLnBrk="0" hangingPunct="1">
              <a:lnSpc>
                <a:spcPct val="100000"/>
              </a:lnSpc>
              <a:spcBef>
                <a:spcPts val="1000"/>
              </a:spcBef>
              <a:buFont typeface="Arial" panose="020B0604020202020204" pitchFamily="34" charset="0"/>
              <a:buNone/>
              <a:defRPr sz="1200" b="1" kern="1200">
                <a:solidFill>
                  <a:srgbClr val="FFFFFF"/>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solidFill>
                  <a:schemeClr val="tx1"/>
                </a:solidFill>
              </a:rPr>
              <a:t>2025/05/06</a:t>
            </a:r>
            <a:endParaRPr lang="en-US" altLang="zh-CN">
              <a:solidFill>
                <a:schemeClr val="tx1"/>
              </a:solidFill>
            </a:endParaRPr>
          </a:p>
        </p:txBody>
      </p:sp>
      <p:sp>
        <p:nvSpPr>
          <p:cNvPr id="10" name="署名"/>
          <p:cNvSpPr>
            <a:spLocks noGrp="1"/>
          </p:cNvSpPr>
          <p:nvPr>
            <p:custDataLst>
              <p:tags r:id="rId4"/>
            </p:custDataLst>
          </p:nvPr>
        </p:nvSpPr>
        <p:spPr>
          <a:xfrm>
            <a:off x="3501752" y="4652200"/>
            <a:ext cx="2520000" cy="432000"/>
          </a:xfrm>
          <a:prstGeom prst="roundRect">
            <a:avLst>
              <a:gd name="adj" fmla="val 50000"/>
            </a:avLst>
          </a:prstGeom>
          <a:solidFill>
            <a:schemeClr val="accent1">
              <a:lumMod val="60000"/>
              <a:lumOff val="40000"/>
            </a:schemeClr>
          </a:solidFill>
        </p:spPr>
        <p:txBody>
          <a:bodyPr vert="horz" wrap="square" lIns="0" tIns="0" rIns="0" bIns="0" rtlCol="0" anchor="ctr">
            <a:normAutofit/>
          </a:bodyPr>
          <a:lstStyle>
            <a:lvl1pPr marL="0" indent="0" algn="ctr" defTabSz="914400" rtl="0" eaLnBrk="1" latinLnBrk="0" hangingPunct="1">
              <a:lnSpc>
                <a:spcPct val="100000"/>
              </a:lnSpc>
              <a:spcBef>
                <a:spcPts val="1000"/>
              </a:spcBef>
              <a:buFont typeface="Arial" panose="020B0604020202020204" pitchFamily="34" charset="0"/>
              <a:buNone/>
              <a:defRPr sz="1200" b="1" kern="1200">
                <a:solidFill>
                  <a:srgbClr val="FFFFFF"/>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1000"/>
              </a:spcBef>
              <a:spcAft>
                <a:spcPts val="0"/>
              </a:spcAft>
              <a:buSzPct val="100000"/>
            </a:pPr>
            <a:r>
              <a:rPr lang="zh-CN" altLang="en-US" sz="1200">
                <a:solidFill>
                  <a:schemeClr val="tx1"/>
                </a:solidFill>
              </a:rPr>
              <a:t>汇报人：黄捷飞</a:t>
            </a:r>
            <a:endParaRPr lang="zh-CN" altLang="en-US" sz="1200">
              <a:solidFill>
                <a:schemeClr val="tx1"/>
              </a:solidFill>
            </a:endParaRPr>
          </a:p>
        </p:txBody>
      </p:sp>
    </p:spTree>
    <p:custDataLst>
      <p:tags r:id="rId5"/>
    </p:custDataLst>
  </p:cSld>
  <p:clrMapOvr>
    <a:masterClrMapping/>
  </p:clrMapOvr>
</p:sld>
</file>

<file path=ppt/tags/tag1.xml><?xml version="1.0" encoding="utf-8"?>
<p:tagLst xmlns:p="http://schemas.openxmlformats.org/presentationml/2006/main">
  <p:tag name="KSO_WM_UNIT_TYPE" val="i"/>
  <p:tag name="KSO_WM_UNIT_INDEX" val="3"/>
  <p:tag name="KSO_WM_BEAUTIFY_FLAG" val="#wm#"/>
  <p:tag name="KSO_WM_TAG_VERSION" val="3.0"/>
  <p:tag name="KSO_WM_UNIT_ID" val="_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xml><?xml version="1.0" encoding="utf-8"?>
<p:tagLst xmlns:p="http://schemas.openxmlformats.org/presentationml/2006/main">
  <p:tag name="KSO_WM_UNIT_TYPE" val="i"/>
  <p:tag name="KSO_WM_UNIT_INDEX" val="4"/>
  <p:tag name="KSO_WM_BEAUTIFY_FLAG" val="#wm#"/>
  <p:tag name="KSO_WM_TAG_VERSION" val="3.0"/>
  <p:tag name="KSO_WM_UNIT_ID" val="_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xml><?xml version="1.0" encoding="utf-8"?>
<p:tagLst xmlns:p="http://schemas.openxmlformats.org/presentationml/2006/main">
  <p:tag name="KSO_WM_UNIT_TYPE" val="i"/>
  <p:tag name="KSO_WM_UNIT_INDEX" val="1"/>
  <p:tag name="KSO_WM_BEAUTIFY_FLAG" val="#wm#"/>
  <p:tag name="KSO_WM_TAG_VERSION" val="3.0"/>
  <p:tag name="KSO_WM_UNIT_ID" val="_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xml><?xml version="1.0" encoding="utf-8"?>
<p:tagLst xmlns:p="http://schemas.openxmlformats.org/presentationml/2006/main">
  <p:tag name="KSO_WM_UNIT_TYPE" val="i"/>
  <p:tag name="KSO_WM_UNIT_INDEX" val="2"/>
  <p:tag name="KSO_WM_BEAUTIFY_FLAG" val="#wm#"/>
  <p:tag name="KSO_WM_TAG_VERSION" val="3.0"/>
  <p:tag name="KSO_WM_UNIT_ID" val="_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xml><?xml version="1.0" encoding="utf-8"?>
<p:tagLst xmlns:p="http://schemas.openxmlformats.org/presentationml/2006/main">
  <p:tag name="KSO_WM_UNIT_TYPE" val="i"/>
  <p:tag name="KSO_WM_UNIT_INDEX" val="5"/>
  <p:tag name="KSO_WM_BEAUTIFY_FLAG" val="#wm#"/>
  <p:tag name="KSO_WM_TAG_VERSION" val="3.0"/>
  <p:tag name="KSO_WM_UNIT_ID" val="_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xml><?xml version="1.0" encoding="utf-8"?>
<p:tagLst xmlns:p="http://schemas.openxmlformats.org/presentationml/2006/main">
  <p:tag name="KSO_WM_UNIT_TYPE" val="i"/>
  <p:tag name="KSO_WM_UNIT_INDEX" val="6"/>
  <p:tag name="KSO_WM_BEAUTIFY_FLAG" val="#wm#"/>
  <p:tag name="KSO_WM_TAG_VERSION" val="3.0"/>
  <p:tag name="KSO_WM_UNIT_ID" val="_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xml><?xml version="1.0" encoding="utf-8"?>
<p:tagLst xmlns:p="http://schemas.openxmlformats.org/presentationml/2006/main">
  <p:tag name="KSO_WM_UNIT_TYPE" val="i"/>
  <p:tag name="KSO_WM_UNIT_INDEX" val="7"/>
  <p:tag name="KSO_WM_BEAUTIFY_FLAG" val="#wm#"/>
  <p:tag name="KSO_WM_TAG_VERSION" val="3.0"/>
  <p:tag name="KSO_WM_UNIT_ID" val="_1*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3"/>
</p:tagLst>
</file>

<file path=ppt/tags/tag9.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01"/>
</p:tagLst>
</file>

<file path=ppt/tags/tag10.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xml><?xml version="1.0" encoding="utf-8"?>
<p:tagLst xmlns:p="http://schemas.openxmlformats.org/presentationml/2006/main">
  <p:tag name="KSO_WM_UNIT_TYPE" val="f"/>
  <p:tag name="KSO_WM_UNIT_SUBTYPE" val="g"/>
  <p:tag name="KSO_WM_UNIT_INDEX" val="4"/>
  <p:tag name="KSO_WM_BEAUTIFY_FLAG" val="#wm#"/>
  <p:tag name="KSO_WM_TAG_VERSION" val="3.0"/>
  <p:tag name="KSO_WM_UNIT_PRESET_TEXT" val="公司名"/>
  <p:tag name="KSO_WM_UNIT_ID" val="_1*f*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30"/>
</p:tagLst>
</file>

<file path=ppt/tags/tag14.xml><?xml version="1.0" encoding="utf-8"?>
<p:tagLst xmlns:p="http://schemas.openxmlformats.org/presentationml/2006/main">
  <p:tag name="KSO_WM_UNIT_TYPE" val="f"/>
  <p:tag name="KSO_WM_UNIT_SUBTYPE" val="c"/>
  <p:tag name="KSO_WM_UNIT_INDEX" val="2"/>
  <p:tag name="KSO_WM_BEAUTIFY_FLAG" val="#wm#"/>
  <p:tag name="KSO_WM_TAG_VERSION" val="3.0"/>
  <p:tag name="KSO_WM_UNIT_PRESET_TEXT" val="日期时间"/>
  <p:tag name="KSO_WM_UNIT_ID" val="_1*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30"/>
</p:tagLst>
</file>

<file path=ppt/tags/tag15.xml><?xml version="1.0" encoding="utf-8"?>
<p:tagLst xmlns:p="http://schemas.openxmlformats.org/presentationml/2006/main">
  <p:tag name="KSO_WM_UNIT_TYPE" val="f"/>
  <p:tag name="KSO_WM_UNIT_SUBTYPE" val="e"/>
  <p:tag name="KSO_WM_UNIT_INDEX" val="3"/>
  <p:tag name="KSO_WM_BEAUTIFY_FLAG" val="#wm#"/>
  <p:tag name="KSO_WM_TAG_VERSION" val="3.0"/>
  <p:tag name="KSO_WM_UNIT_PRESET_TEXT" val="年号"/>
  <p:tag name="KSO_WM_UNIT_ID" val="_1*f*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5"/>
</p:tagLst>
</file>

<file path=ppt/tags/tag16.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30"/>
</p:tagLst>
</file>

<file path=ppt/tags/tag17.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18.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340"/>
</p:tagLst>
</file>

<file path=ppt/tags/tag19.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xml><?xml version="1.0" encoding="utf-8"?>
<p:tagLst xmlns:p="http://schemas.openxmlformats.org/presentationml/2006/main">
  <p:tag name="KSO_WM_UNIT_TYPE" val="i"/>
  <p:tag name="KSO_WM_UNIT_INDEX" val="3"/>
  <p:tag name="KSO_WM_BEAUTIFY_FLAG" val="#wm#"/>
  <p:tag name="KSO_WM_TAG_VERSION" val="3.0"/>
  <p:tag name="KSO_WM_UNIT_ID" val="_3*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xml><?xml version="1.0" encoding="utf-8"?>
<p:tagLst xmlns:p="http://schemas.openxmlformats.org/presentationml/2006/main">
  <p:tag name="KSO_WM_UNIT_TYPE" val="i"/>
  <p:tag name="KSO_WM_UNIT_INDEX" val="4"/>
  <p:tag name="KSO_WM_BEAUTIFY_FLAG" val="#wm#"/>
  <p:tag name="KSO_WM_TAG_VERSION" val="3.0"/>
  <p:tag name="KSO_WM_UNIT_ID" val="_3*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xml><?xml version="1.0" encoding="utf-8"?>
<p:tagLst xmlns:p="http://schemas.openxmlformats.org/presentationml/2006/main">
  <p:tag name="KSO_WM_UNIT_TYPE" val="i"/>
  <p:tag name="KSO_WM_UNIT_INDEX" val="1"/>
  <p:tag name="KSO_WM_BEAUTIFY_FLAG" val="#wm#"/>
  <p:tag name="KSO_WM_TAG_VERSION" val="3.0"/>
  <p:tag name="KSO_WM_UNIT_ID" val="_3*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xml><?xml version="1.0" encoding="utf-8"?>
<p:tagLst xmlns:p="http://schemas.openxmlformats.org/presentationml/2006/main">
  <p:tag name="KSO_WM_UNIT_TYPE" val="i"/>
  <p:tag name="KSO_WM_UNIT_INDEX" val="2"/>
  <p:tag name="KSO_WM_BEAUTIFY_FLAG" val="#wm#"/>
  <p:tag name="KSO_WM_TAG_VERSION" val="3.0"/>
  <p:tag name="KSO_WM_UNIT_ID" val="_3*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6.xml><?xml version="1.0" encoding="utf-8"?>
<p:tagLst xmlns:p="http://schemas.openxmlformats.org/presentationml/2006/main">
  <p:tag name="KSO_WM_UNIT_TYPE" val="i"/>
  <p:tag name="KSO_WM_UNIT_INDEX" val="5"/>
  <p:tag name="KSO_WM_BEAUTIFY_FLAG" val="#wm#"/>
  <p:tag name="KSO_WM_TAG_VERSION" val="3.0"/>
  <p:tag name="KSO_WM_UNIT_ID" val="_3*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7.xml><?xml version="1.0" encoding="utf-8"?>
<p:tagLst xmlns:p="http://schemas.openxmlformats.org/presentationml/2006/main">
  <p:tag name="KSO_WM_UNIT_TYPE" val="i"/>
  <p:tag name="KSO_WM_UNIT_INDEX" val="6"/>
  <p:tag name="KSO_WM_BEAUTIFY_FLAG" val="#wm#"/>
  <p:tag name="KSO_WM_TAG_VERSION" val="3.0"/>
  <p:tag name="KSO_WM_UNIT_ID" val="_3*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8.xml><?xml version="1.0" encoding="utf-8"?>
<p:tagLst xmlns:p="http://schemas.openxmlformats.org/presentationml/2006/main">
  <p:tag name="KSO_WM_UNIT_TYPE" val="i"/>
  <p:tag name="KSO_WM_UNIT_INDEX" val="7"/>
  <p:tag name="KSO_WM_BEAUTIFY_FLAG" val="#wm#"/>
  <p:tag name="KSO_WM_TAG_VERSION" val="3.0"/>
  <p:tag name="KSO_WM_UNIT_ID" val="_3*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9.xml><?xml version="1.0" encoding="utf-8"?>
<p:tagLst xmlns:p="http://schemas.openxmlformats.org/presentationml/2006/main">
  <p:tag name="KSO_WM_UNIT_TYPE" val="a"/>
  <p:tag name="KSO_WM_UNIT_INDEX" val="1"/>
  <p:tag name="KSO_WM_BEAUTIFY_FLAG" val="#wm#"/>
  <p:tag name="KSO_WM_TAG_VERSION" val="3.0"/>
  <p:tag name="KSO_WM_UNIT_PRESET_TEXT" val="标题"/>
  <p:tag name="KSO_WM_UNIT_ID" val="_3*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1"/>
  <p:tag name="KSO_WM_UNIT_VALUE" val="4"/>
</p:tagLst>
</file>

<file path=ppt/tags/tag30.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1.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2.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3.xml><?xml version="1.0" encoding="utf-8"?>
<p:tagLst xmlns:p="http://schemas.openxmlformats.org/presentationml/2006/main">
  <p:tag name="KSO_WM_UNIT_TYPE" val="i"/>
  <p:tag name="KSO_WM_UNIT_INDEX" val="3"/>
  <p:tag name="KSO_WM_BEAUTIFY_FLAG" val="#wm#"/>
  <p:tag name="KSO_WM_TAG_VERSION" val="3.0"/>
  <p:tag name="KSO_WM_UNIT_ID" val="_4*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4.xml><?xml version="1.0" encoding="utf-8"?>
<p:tagLst xmlns:p="http://schemas.openxmlformats.org/presentationml/2006/main">
  <p:tag name="KSO_WM_UNIT_TYPE" val="i"/>
  <p:tag name="KSO_WM_UNIT_INDEX" val="4"/>
  <p:tag name="KSO_WM_BEAUTIFY_FLAG" val="#wm#"/>
  <p:tag name="KSO_WM_TAG_VERSION" val="3.0"/>
  <p:tag name="KSO_WM_UNIT_ID" val="_4*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5.xml><?xml version="1.0" encoding="utf-8"?>
<p:tagLst xmlns:p="http://schemas.openxmlformats.org/presentationml/2006/main">
  <p:tag name="KSO_WM_UNIT_TYPE" val="i"/>
  <p:tag name="KSO_WM_UNIT_INDEX" val="1"/>
  <p:tag name="KSO_WM_BEAUTIFY_FLAG" val="#wm#"/>
  <p:tag name="KSO_WM_TAG_VERSION" val="3.0"/>
  <p:tag name="KSO_WM_UNIT_ID" val="_4*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6.xml><?xml version="1.0" encoding="utf-8"?>
<p:tagLst xmlns:p="http://schemas.openxmlformats.org/presentationml/2006/main">
  <p:tag name="KSO_WM_UNIT_TYPE" val="i"/>
  <p:tag name="KSO_WM_UNIT_INDEX" val="2"/>
  <p:tag name="KSO_WM_BEAUTIFY_FLAG" val="#wm#"/>
  <p:tag name="KSO_WM_TAG_VERSION" val="3.0"/>
  <p:tag name="KSO_WM_UNIT_ID" val="_4*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7.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4"/>
</p:tagLst>
</file>

<file path=ppt/tags/tag38.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4*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05"/>
</p:tagLst>
</file>

<file path=ppt/tags/tag39.xml><?xml version="1.0" encoding="utf-8"?>
<p:tagLst xmlns:p="http://schemas.openxmlformats.org/presentationml/2006/main">
  <p:tag name="KSO_WM_UNIT_TYPE" val="e"/>
  <p:tag name="KSO_WM_UNIT_INDEX" val="1"/>
  <p:tag name="KSO_WM_BEAUTIFY_FLAG" val="#wm#"/>
  <p:tag name="KSO_WM_TAG_VERSION" val="3.0"/>
  <p:tag name="KSO_WM_UNIT_PRESET_TEXT" val="节编号"/>
  <p:tag name="KSO_WM_UNIT_ID" val="_4*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16"/>
</p:tagLst>
</file>

<file path=ppt/tags/tag40.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1.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2.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3.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5*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30"/>
</p:tagLst>
</file>

<file path=ppt/tags/tag44.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5*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160"/>
</p:tagLst>
</file>

<file path=ppt/tags/tag45.xml><?xml version="1.0" encoding="utf-8"?>
<p:tagLst xmlns:p="http://schemas.openxmlformats.org/presentationml/2006/main">
  <p:tag name="KSO_WM_UNIT_TYPE" val="f"/>
  <p:tag name="KSO_WM_UNIT_SUBTYPE" val="a"/>
  <p:tag name="KSO_WM_UNIT_INDEX" val="2"/>
  <p:tag name="KSO_WM_BEAUTIFY_FLAG" val="#wm#"/>
  <p:tag name="KSO_WM_TAG_VERSION" val="3.0"/>
  <p:tag name="KSO_WM_UNIT_PRESET_TEXT" val="单击此处编辑母版文本样式&#10;第二级&#10;第三级&#10;第四级&#10;第五级"/>
  <p:tag name="KSO_WM_UNIT_ID" val="_5*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160"/>
</p:tagLst>
</file>

<file path=ppt/tags/tag46.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7.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8.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9.xml><?xml version="1.0" encoding="utf-8"?>
<p:tagLst xmlns:p="http://schemas.openxmlformats.org/presentationml/2006/main">
  <p:tag name="KSO_WM_UNIT_TYPE" val="h_a"/>
  <p:tag name="KSO_WM_UNIT_INDEX" val="1_1"/>
  <p:tag name="KSO_WM_BEAUTIFY_FLAG" val="#wm#"/>
  <p:tag name="KSO_WM_TAG_VERSION" val="3.0"/>
  <p:tag name="KSO_WM_UNIT_PRESET_TEXT" val="单击此处编辑母版标题样式"/>
  <p:tag name="KSO_WM_UNIT_ID" val="_6*h_a*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 name="KSO_WM_UNIT_VALUE" val="20"/>
</p:tagLst>
</file>

<file path=ppt/tags/tag50.xml><?xml version="1.0" encoding="utf-8"?>
<p:tagLst xmlns:p="http://schemas.openxmlformats.org/presentationml/2006/main">
  <p:tag name="KSO_WM_UNIT_TYPE" val="h_f"/>
  <p:tag name="KSO_WM_UNIT_SUBTYPE" val="a"/>
  <p:tag name="KSO_WM_UNIT_INDEX" val="1_1"/>
  <p:tag name="KSO_WM_BEAUTIFY_FLAG" val="#wm#"/>
  <p:tag name="KSO_WM_TAG_VERSION" val="3.0"/>
  <p:tag name="KSO_WM_UNIT_PRESET_TEXT" val="单击此处编辑母版文本样式&#10;第二级&#10;第三级&#10;第四级&#10;第五级"/>
  <p:tag name="KSO_WM_UNIT_ID" val="_6*h_f*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TEXT_LAYER_COUNT" val="1"/>
  <p:tag name="KSO_WM_UNIT_VALUE" val="162"/>
</p:tagLst>
</file>

<file path=ppt/tags/tag51.xml><?xml version="1.0" encoding="utf-8"?>
<p:tagLst xmlns:p="http://schemas.openxmlformats.org/presentationml/2006/main">
  <p:tag name="KSO_WM_UNIT_TYPE" val="h_a"/>
  <p:tag name="KSO_WM_UNIT_INDEX" val="2_1"/>
  <p:tag name="KSO_WM_BEAUTIFY_FLAG" val="#wm#"/>
  <p:tag name="KSO_WM_TAG_VERSION" val="3.0"/>
  <p:tag name="KSO_WM_UNIT_PRESET_TEXT" val="单击此处编辑母版标题样式"/>
  <p:tag name="KSO_WM_UNIT_ID" val="_6*h_a*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 name="KSO_WM_UNIT_VALUE" val="20"/>
</p:tagLst>
</file>

<file path=ppt/tags/tag52.xml><?xml version="1.0" encoding="utf-8"?>
<p:tagLst xmlns:p="http://schemas.openxmlformats.org/presentationml/2006/main">
  <p:tag name="KSO_WM_UNIT_TYPE" val="h_f"/>
  <p:tag name="KSO_WM_UNIT_SUBTYPE" val="a"/>
  <p:tag name="KSO_WM_UNIT_INDEX" val="2_1"/>
  <p:tag name="KSO_WM_BEAUTIFY_FLAG" val="#wm#"/>
  <p:tag name="KSO_WM_TAG_VERSION" val="3.0"/>
  <p:tag name="KSO_WM_UNIT_PRESET_TEXT" val="单击此处编辑母版文本样式&#10;第二级&#10;第三级&#10;第四级&#10;第五级"/>
  <p:tag name="KSO_WM_UNIT_ID" val="_6*h_f*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TEXT_LAYER_COUNT" val="1"/>
  <p:tag name="KSO_WM_UNIT_VALUE" val="162"/>
</p:tagLst>
</file>

<file path=ppt/tags/tag53.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4.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5.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6.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6*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57.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58.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9.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0.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1.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2.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3.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4.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9*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408"/>
</p:tagLst>
</file>

<file path=ppt/tags/tag65.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6.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7.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8.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0*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41"/>
</p:tagLst>
</file>

<file path=ppt/tags/tag69.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0.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1.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2.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73.xml><?xml version="1.0" encoding="utf-8"?>
<p:tagLst xmlns:p="http://schemas.openxmlformats.org/presentationml/2006/main">
  <p:tag name="KSO_WM_UNIT_TYPE" val="i"/>
  <p:tag name="KSO_WM_UNIT_INDEX" val="3"/>
  <p:tag name="KSO_WM_BEAUTIFY_FLAG" val="#wm#"/>
  <p:tag name="KSO_WM_TAG_VERSION" val="3.0"/>
  <p:tag name="KSO_WM_UNIT_ID" val="_1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4.xml><?xml version="1.0" encoding="utf-8"?>
<p:tagLst xmlns:p="http://schemas.openxmlformats.org/presentationml/2006/main">
  <p:tag name="KSO_WM_UNIT_TYPE" val="i"/>
  <p:tag name="KSO_WM_UNIT_INDEX" val="4"/>
  <p:tag name="KSO_WM_BEAUTIFY_FLAG" val="#wm#"/>
  <p:tag name="KSO_WM_TAG_VERSION" val="3.0"/>
  <p:tag name="KSO_WM_UNIT_ID" val="_1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5.xml><?xml version="1.0" encoding="utf-8"?>
<p:tagLst xmlns:p="http://schemas.openxmlformats.org/presentationml/2006/main">
  <p:tag name="KSO_WM_UNIT_TYPE" val="i"/>
  <p:tag name="KSO_WM_UNIT_INDEX" val="5"/>
  <p:tag name="KSO_WM_BEAUTIFY_FLAG" val="#wm#"/>
  <p:tag name="KSO_WM_TAG_VERSION" val="3.0"/>
  <p:tag name="KSO_WM_UNIT_ID" val="_1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6.xml><?xml version="1.0" encoding="utf-8"?>
<p:tagLst xmlns:p="http://schemas.openxmlformats.org/presentationml/2006/main">
  <p:tag name="KSO_WM_UNIT_TYPE" val="i"/>
  <p:tag name="KSO_WM_UNIT_INDEX" val="6"/>
  <p:tag name="KSO_WM_BEAUTIFY_FLAG" val="#wm#"/>
  <p:tag name="KSO_WM_TAG_VERSION" val="3.0"/>
  <p:tag name="KSO_WM_UNIT_ID" val="_1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7.xml><?xml version="1.0" encoding="utf-8"?>
<p:tagLst xmlns:p="http://schemas.openxmlformats.org/presentationml/2006/main">
  <p:tag name="KSO_WM_UNIT_TYPE" val="i"/>
  <p:tag name="KSO_WM_UNIT_INDEX" val="7"/>
  <p:tag name="KSO_WM_BEAUTIFY_FLAG" val="#wm#"/>
  <p:tag name="KSO_WM_TAG_VERSION" val="3.0"/>
  <p:tag name="KSO_WM_UNIT_ID" val="_11*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8.xml><?xml version="1.0" encoding="utf-8"?>
<p:tagLst xmlns:p="http://schemas.openxmlformats.org/presentationml/2006/main">
  <p:tag name="KSO_WM_UNIT_TYPE" val="i"/>
  <p:tag name="KSO_WM_UNIT_INDEX" val="1"/>
  <p:tag name="KSO_WM_BEAUTIFY_FLAG" val="#wm#"/>
  <p:tag name="KSO_WM_TAG_VERSION" val="3.0"/>
  <p:tag name="KSO_WM_UNIT_ID" val="_1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9.xml><?xml version="1.0" encoding="utf-8"?>
<p:tagLst xmlns:p="http://schemas.openxmlformats.org/presentationml/2006/main">
  <p:tag name="KSO_WM_UNIT_TYPE" val="i"/>
  <p:tag name="KSO_WM_UNIT_INDEX" val="2"/>
  <p:tag name="KSO_WM_BEAUTIFY_FLAG" val="#wm#"/>
  <p:tag name="KSO_WM_TAG_VERSION" val="3.0"/>
  <p:tag name="KSO_WM_UNIT_ID" val="_1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0.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3"/>
</p:tagLst>
</file>

<file path=ppt/tags/tag81.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8"/>
</p:tagLst>
</file>

<file path=ppt/tags/tag82.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3.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4.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5.xml><?xml version="1.0" encoding="utf-8"?>
<p:tagLst xmlns:p="http://schemas.openxmlformats.org/presentationml/2006/main">
  <p:tag name="KSO_WM_UNIT_TYPE" val="f"/>
  <p:tag name="KSO_WM_UNIT_SUBTYPE" val="g"/>
  <p:tag name="KSO_WM_UNIT_INDEX" val="3"/>
  <p:tag name="KSO_WM_BEAUTIFY_FLAG" val="#wm#"/>
  <p:tag name="KSO_WM_TAG_VERSION" val="3.0"/>
  <p:tag name="KSO_WM_UNIT_PRESET_TEXT" val="公司名"/>
  <p:tag name="KSO_WM_UNIT_ID" val="_11*f*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30"/>
</p:tagLst>
</file>

<file path=ppt/tags/tag86.xml><?xml version="1.0" encoding="utf-8"?>
<p:tagLst xmlns:p="http://schemas.openxmlformats.org/presentationml/2006/main">
  <p:tag name="KSO_WM_UNIT_TYPE" val="f"/>
  <p:tag name="KSO_WM_UNIT_SUBTYPE" val="c"/>
  <p:tag name="KSO_WM_UNIT_INDEX" val="2"/>
  <p:tag name="KSO_WM_BEAUTIFY_FLAG" val="#wm#"/>
  <p:tag name="KSO_WM_TAG_VERSION" val="3.0"/>
  <p:tag name="KSO_WM_UNIT_PRESET_TEXT" val="日期时间"/>
  <p:tag name="KSO_WM_UNIT_ID" val="_11*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30"/>
</p:tagLst>
</file>

<file path=ppt/tags/tag87.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30"/>
</p:tagLst>
</file>

<file path=ppt/tags/tag88.xml><?xml version="1.0" encoding="utf-8"?>
<p:tagLst xmlns:p="http://schemas.openxmlformats.org/presentationml/2006/main">
  <p:tag name="KSO_WM_UNIT_TYPE" val="i"/>
  <p:tag name="KSO_WM_UNIT_INDEX" val="1"/>
  <p:tag name="KSO_WM_BEAUTIFY_FLAG" val="#wm#"/>
  <p:tag name="KSO_WM_TAG_VERSION" val="3.0"/>
  <p:tag name="KSO_WM_UNIT_ID" val="_0*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9.xml><?xml version="1.0" encoding="utf-8"?>
<p:tagLst xmlns:p="http://schemas.openxmlformats.org/presentationml/2006/main">
  <p:tag name="KSO_WM_UNIT_TYPE" val="i"/>
  <p:tag name="KSO_WM_UNIT_INDEX" val="2"/>
  <p:tag name="KSO_WM_BEAUTIFY_FLAG" val="#wm#"/>
  <p:tag name="KSO_WM_TAG_VERSION" val="3.0"/>
  <p:tag name="KSO_WM_UNIT_ID" val="_0*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0.xml><?xml version="1.0" encoding="utf-8"?>
<p:tagLst xmlns:p="http://schemas.openxmlformats.org/presentationml/2006/main">
  <p:tag name="KSO_WM_UNIT_TYPE" val="i"/>
  <p:tag name="KSO_WM_UNIT_INDEX" val="3"/>
  <p:tag name="KSO_WM_BEAUTIFY_FLAG" val="#wm#"/>
  <p:tag name="KSO_WM_TAG_VERSION" val="3.0"/>
  <p:tag name="KSO_WM_UNIT_ID" val="_0*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1.xml><?xml version="1.0" encoding="utf-8"?>
<p:tagLst xmlns:p="http://schemas.openxmlformats.org/presentationml/2006/main">
  <p:tag name="KSO_WM_UNIT_TYPE" val="i"/>
  <p:tag name="KSO_WM_UNIT_INDEX" val="4"/>
  <p:tag name="KSO_WM_BEAUTIFY_FLAG" val="#wm#"/>
  <p:tag name="KSO_WM_TAG_VERSION" val="3.0"/>
  <p:tag name="KSO_WM_UNIT_ID" val="_0*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2.xml><?xml version="1.0" encoding="utf-8"?>
<p:tagLst xmlns:p="http://schemas.openxmlformats.org/presentationml/2006/main">
  <p:tag name="KSO_WM_UNIT_TYPE" val="i"/>
  <p:tag name="KSO_WM_UNIT_INDEX" val="5"/>
  <p:tag name="KSO_WM_BEAUTIFY_FLAG" val="#wm#"/>
  <p:tag name="KSO_WM_TAG_VERSION" val="3.0"/>
  <p:tag name="KSO_WM_UNIT_ID" val="_0*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3.xml><?xml version="1.0" encoding="utf-8"?>
<p:tagLst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30"/>
  <p:tag name="KSO_WM_TEMPLATE_CATEGORY" val="custom"/>
  <p:tag name="KSO_WM_TEMPLATE_INDEX" val="20236801"/>
</p:tagLst>
</file>

<file path=ppt/tags/tag94.xml><?xml version="1.0" encoding="utf-8"?>
<p:tagLst xmlns:p="http://schemas.openxmlformats.org/presentationml/2006/main">
  <p:tag name="KSO_WM_UNIT_TYPE" val="f"/>
  <p:tag name="KSO_WM_UNIT_SUBTYPE" val="a"/>
  <p:tag name="KSO_WM_UNIT_INDEX" val="1"/>
  <p:tag name="KSO_WM_BEAUTIFY_FLAG" val="#wm#"/>
  <p:tag name="KSO_WM_TAG_VERSION" val="1.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350"/>
  <p:tag name="KSO_WM_TEMPLATE_CATEGORY" val="custom"/>
  <p:tag name="KSO_WM_TEMPLATE_INDEX" val="20236801"/>
</p:tagLst>
</file>

<file path=ppt/tags/tag95.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6.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7.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8.xml><?xml version="1.0" encoding="utf-8"?>
<p:tagLst xmlns:p="http://schemas.openxmlformats.org/presentationml/2006/main">
  <p:tag name="KSO_WM_TEMPLATE_SUBCATEGORY" val="29"/>
  <p:tag name="KSO_WM_TEMPLATE_COLOR_TYPE" val="0"/>
  <p:tag name="KSO_WM_TAG_VERSION" val="3.0"/>
  <p:tag name="KSO_WM_TEMPLATE_THUMBS_INDEX" val="1、14"/>
  <p:tag name="KSO_WM_BEAUTIFY_FLAG" val="#wm#"/>
  <p:tag name="KSO_WM_TEMPLATE_INDEX" val="20236801"/>
  <p:tag name="KSO_WM_TEMPLATE_CATEGORY" val="custom"/>
  <p:tag name="KSO_WM_TEMPLATE_MASTER_TYPE" val="0"/>
</p:tagLst>
</file>

<file path=ppt/tags/tag99.xml><?xml version="1.0" encoding="utf-8"?>
<p:tagLst xmlns:p="http://schemas.openxmlformats.org/presentationml/2006/main">
  <p:tag name="KSO_WM_UNIT_INDEX" val="5"/>
  <p:tag name="KSO_WM_UNIT_TYPE" val="f"/>
  <p:tag name="KSO_WM_UNIT_SUBTYPE" val="a"/>
  <p:tag name="KSO_WM_BEAUTIFY_FLAG" val="#wm#"/>
</p:tagLst>
</file>

<file path=ppt/tags/tag100.xml><?xml version="1.0" encoding="utf-8"?>
<p:tagLst xmlns:p="http://schemas.openxmlformats.org/presentationml/2006/main">
  <p:tag name="KSO_WM_UNIT_TYPE" val="a"/>
  <p:tag name="KSO_WM_UNIT_INDEX" val="1"/>
  <p:tag name="KSO_WM_BEAUTIFY_FLAG" val="#wm#"/>
  <p:tag name="KSO_WM_TAG_VERSION" val="3.0"/>
  <p:tag name="KSO_WM_UNIT_ID" val="custom20236801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6801"/>
  <p:tag name="KSO_WM_TEMPLATE_CATEGORY" val="custom"/>
  <p:tag name="KSO_WM_UNIT_ISCONTENTSTITLE" val="0"/>
  <p:tag name="KSO_WM_UNIT_TEXT_TYPE" val="1"/>
  <p:tag name="KSO_WM_UNIT_PRESET_TEXT" val="添加文档标题"/>
</p:tagLst>
</file>

<file path=ppt/tags/tag101.xml><?xml version="1.0" encoding="utf-8"?>
<p:tagLst xmlns:p="http://schemas.openxmlformats.org/presentationml/2006/main">
  <p:tag name="KSO_WM_UNIT_TYPE" val="b"/>
  <p:tag name="KSO_WM_UNIT_INDEX" val="1"/>
  <p:tag name="KSO_WM_BEAUTIFY_FLAG" val="#wm#"/>
  <p:tag name="KSO_WM_TAG_VERSION" val="3.0"/>
  <p:tag name="KSO_WM_UNIT_ID" val="custom20236801_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6801"/>
  <p:tag name="KSO_WM_TEMPLATE_CATEGORY" val="custom"/>
  <p:tag name="KSO_WM_UNIT_ISCONTENTSTITLE" val="0"/>
  <p:tag name="KSO_WM_UNIT_TEXT_TYPE" val="1"/>
  <p:tag name="KSO_WM_UNIT_PRESET_TEXT" val="Graduation Thesis Defense"/>
</p:tagLst>
</file>

<file path=ppt/tags/tag102.xml><?xml version="1.0" encoding="utf-8"?>
<p:tagLst xmlns:p="http://schemas.openxmlformats.org/presentationml/2006/main">
  <p:tag name="KSO_WM_UNIT_TYPE" val="f"/>
  <p:tag name="KSO_WM_UNIT_SUBTYPE" val="c"/>
  <p:tag name="KSO_WM_UNIT_INDEX" val="2"/>
  <p:tag name="KSO_WM_BEAUTIFY_FLAG" val="#wm#"/>
  <p:tag name="KSO_WM_TAG_VERSION" val="3.0"/>
  <p:tag name="KSO_WM_UNIT_ID" val="custom20236801_1*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6801"/>
  <p:tag name="KSO_WM_TEMPLATE_CATEGORY" val="custom"/>
  <p:tag name="KSO_WM_UNIT_TEXT_LAYER_COUNT" val="1"/>
  <p:tag name="KSO_WM_UNIT_PRESET_TEXT_INDEX" val="-1"/>
  <p:tag name="KSO_WM_UNIT_PRESET_TEXT_LEN" val="0"/>
</p:tagLst>
</file>

<file path=ppt/tags/tag103.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ID" val="custom20236801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6801"/>
  <p:tag name="KSO_WM_TEMPLATE_CATEGORY" val="custom"/>
  <p:tag name="KSO_WM_UNIT_TEXT_LAYER_COUNT" val="1"/>
  <p:tag name="KSO_WM_UNIT_PRESET_TEXT_INDEX" val="-1"/>
  <p:tag name="KSO_WM_UNIT_PRESET_TEXT_LEN" val="0"/>
</p:tagLst>
</file>

<file path=ppt/tags/tag104.xml><?xml version="1.0" encoding="utf-8"?>
<p:tagLst xmlns:p="http://schemas.openxmlformats.org/presentationml/2006/main">
  <p:tag name="KSO_WM_SLIDE_TYPE" val="title"/>
  <p:tag name="KSO_WM_TEMPLATE_SUBCATEGORY" val="29"/>
  <p:tag name="KSO_WM_TEMPLATE_COLOR_TYPE" val="0"/>
  <p:tag name="KSO_WM_TAG_VERSION" val="3.0"/>
  <p:tag name="KSO_WM_SLIDE_SUBTYPE" val="pureTxt"/>
  <p:tag name="KSO_WM_SLIDE_ITEM_CNT" val="0"/>
  <p:tag name="KSO_WM_TEMPLATE_THUMBS_INDEX" val="1、14"/>
  <p:tag name="KSO_WM_BEAUTIFY_FLAG" val="#wm#"/>
  <p:tag name="KSO_WM_TEMPLATE_INDEX" val="20236801"/>
  <p:tag name="KSO_WM_TEMPLATE_CATEGORY" val="custom"/>
  <p:tag name="KSO_WM_SLIDE_INDEX" val="1"/>
  <p:tag name="KSO_WM_SLIDE_ID" val="custom20236801_1"/>
  <p:tag name="KSO_WM_TEMPLATE_MASTER_TYPE" val="0"/>
  <p:tag name="KSO_WM_SLIDE_LAYOUT" val="a_b_f"/>
  <p:tag name="KSO_WM_SLIDE_LAYOUT_CNT" val="1_1_4"/>
  <p:tag name="KSO_WM_SLIDE_THEME_ID" val="3402803"/>
  <p:tag name="KSO_WM_SLIDE_THEME_NAME" val="简约风教育教学毕业答辩"/>
</p:tagLst>
</file>

<file path=ppt/tags/tag105.xml><?xml version="1.0" encoding="utf-8"?>
<p:tagLst xmlns:p="http://schemas.openxmlformats.org/presentationml/2006/main">
  <p:tag name="KSO_WM_UNIT_INDEX" val="2"/>
  <p:tag name="KSO_WM_UNIT_TYPE" val="f"/>
  <p:tag name="KSO_WM_UNIT_SUBTYPE" val="a"/>
  <p:tag name="KSO_WM_BEAUTIFY_FLAG" val="#wm#"/>
</p:tagLst>
</file>

<file path=ppt/tags/tag106.xml><?xml version="1.0" encoding="utf-8"?>
<p:tagLst xmlns:p="http://schemas.openxmlformats.org/presentationml/2006/main">
  <p:tag name="KSO_WM_UNIT_INDEX" val="6"/>
  <p:tag name="KSO_WM_UNIT_TYPE" val="f"/>
  <p:tag name="KSO_WM_UNIT_SUBTYPE" val="a"/>
  <p:tag name="KSO_WM_BEAUTIFY_FLAG" val="#wm#"/>
</p:tagLst>
</file>

<file path=ppt/tags/tag107.xml><?xml version="1.0" encoding="utf-8"?>
<p:tagLst xmlns:p="http://schemas.openxmlformats.org/presentationml/2006/main">
  <p:tag name="KSO_WM_UNIT_INDEX" val="3"/>
  <p:tag name="KSO_WM_UNIT_TYPE" val="f"/>
  <p:tag name="KSO_WM_UNIT_SUBTYPE" val="a"/>
  <p:tag name="KSO_WM_BEAUTIFY_FLAG" val="#wm#"/>
</p:tagLst>
</file>

<file path=ppt/tags/tag108.xml><?xml version="1.0" encoding="utf-8"?>
<p:tagLst xmlns:p="http://schemas.openxmlformats.org/presentationml/2006/main">
  <p:tag name="KSO_WM_SLIDE_TYPE" val="text"/>
  <p:tag name="KSO_WM_BEAUTIFY_FLAG" val="#wm#"/>
  <p:tag name="KSO_WM_SLIDE_ID" val="custom20236801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801"/>
  <p:tag name="KSO_WM_SLIDE_SUBTYPE" val="pureTxt"/>
  <p:tag name="KSO_WM_SLIDE_SIZE" val="850*457"/>
  <p:tag name="KSO_WM_SLIDE_POSITION" val="54*28"/>
  <p:tag name="KSO_WM_SLIDE_LAYOUT" val="a_f"/>
  <p:tag name="KSO_WM_SLIDE_LAYOUT_CNT" val="1_1"/>
</p:tagLst>
</file>

<file path=ppt/tags/tag109.xml><?xml version="1.0" encoding="utf-8"?>
<p:tagLst xmlns:p="http://schemas.openxmlformats.org/presentationml/2006/main">
  <p:tag name="KSO_WM_UNIT_INDEX" val="2"/>
  <p:tag name="KSO_WM_UNIT_TYPE" val="f"/>
  <p:tag name="KSO_WM_UNIT_SUBTYPE" val="a"/>
  <p:tag name="KSO_WM_BEAUTIFY_FLAG" val="#wm#"/>
</p:tagLst>
</file>

<file path=ppt/tags/tag110.xml><?xml version="1.0" encoding="utf-8"?>
<p:tagLst xmlns:p="http://schemas.openxmlformats.org/presentationml/2006/main">
  <p:tag name="KSO_WM_UNIT_INDEX" val="7"/>
  <p:tag name="KSO_WM_UNIT_TYPE" val="f"/>
  <p:tag name="KSO_WM_UNIT_SUBTYPE" val="a"/>
  <p:tag name="KSO_WM_BEAUTIFY_FLAG" val="#wm#"/>
</p:tagLst>
</file>

<file path=ppt/tags/tag111.xml><?xml version="1.0" encoding="utf-8"?>
<p:tagLst xmlns:p="http://schemas.openxmlformats.org/presentationml/2006/main">
  <p:tag name="KSO_WM_SLIDE_TYPE" val="text"/>
  <p:tag name="KSO_WM_BEAUTIFY_FLAG" val="#wm#"/>
  <p:tag name="KSO_WM_SLIDE_ID" val="custom20236801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801"/>
  <p:tag name="KSO_WM_SLIDE_SUBTYPE" val="pureTxt"/>
  <p:tag name="KSO_WM_SLIDE_SIZE" val="850*457"/>
  <p:tag name="KSO_WM_SLIDE_POSITION" val="54*28"/>
  <p:tag name="KSO_WM_SLIDE_LAYOUT" val="a_f"/>
  <p:tag name="KSO_WM_SLIDE_LAYOUT_CNT" val="1_1"/>
</p:tagLst>
</file>

<file path=ppt/tags/tag112.xml><?xml version="1.0" encoding="utf-8"?>
<p:tagLst xmlns:p="http://schemas.openxmlformats.org/presentationml/2006/main">
  <p:tag name="KSO_WM_UNIT_INDEX" val="2"/>
  <p:tag name="KSO_WM_UNIT_TYPE" val="f"/>
  <p:tag name="KSO_WM_UNIT_SUBTYPE" val="a"/>
  <p:tag name="KSO_WM_BEAUTIFY_FLAG" val="#wm#"/>
</p:tagLst>
</file>

<file path=ppt/tags/tag113.xml><?xml version="1.0" encoding="utf-8"?>
<p:tagLst xmlns:p="http://schemas.openxmlformats.org/presentationml/2006/main">
  <p:tag name="KSO_WM_UNIT_INDEX" val="7"/>
  <p:tag name="KSO_WM_UNIT_TYPE" val="f"/>
  <p:tag name="KSO_WM_UNIT_SUBTYPE" val="a"/>
  <p:tag name="KSO_WM_BEAUTIFY_FLAG" val="#wm#"/>
</p:tagLst>
</file>

<file path=ppt/tags/tag114.xml><?xml version="1.0" encoding="utf-8"?>
<p:tagLst xmlns:p="http://schemas.openxmlformats.org/presentationml/2006/main">
  <p:tag name="KSO_WM_SLIDE_TYPE" val="text"/>
  <p:tag name="KSO_WM_BEAUTIFY_FLAG" val="#wm#"/>
  <p:tag name="KSO_WM_SLIDE_ID" val="custom20236801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801"/>
  <p:tag name="KSO_WM_SLIDE_SUBTYPE" val="pureTxt"/>
  <p:tag name="KSO_WM_SLIDE_SIZE" val="850*457"/>
  <p:tag name="KSO_WM_SLIDE_POSITION" val="54*28"/>
  <p:tag name="KSO_WM_SLIDE_LAYOUT" val="a_f"/>
  <p:tag name="KSO_WM_SLIDE_LAYOUT_CNT" val="1_1"/>
</p:tagLst>
</file>

<file path=ppt/tags/tag115.xml><?xml version="1.0" encoding="utf-8"?>
<p:tagLst xmlns:p="http://schemas.openxmlformats.org/presentationml/2006/main">
  <p:tag name="KSO_WM_UNIT_INDEX" val="2"/>
  <p:tag name="KSO_WM_UNIT_TYPE" val="a"/>
  <p:tag name="KSO_WM_BEAUTIFY_FLAG" val="#wm#"/>
</p:tagLst>
</file>

<file path=ppt/tags/tag116.xml><?xml version="1.0" encoding="utf-8"?>
<p:tagLst xmlns:p="http://schemas.openxmlformats.org/presentationml/2006/main">
  <p:tag name="KSO_WM_UNIT_INDEX" val="6"/>
  <p:tag name="KSO_WM_UNIT_TYPE" val="f"/>
  <p:tag name="KSO_WM_UNIT_SUBTYPE" val="a"/>
  <p:tag name="KSO_WM_BEAUTIFY_FLAG" val="#wm#"/>
</p:tagLst>
</file>

<file path=ppt/tags/tag117.xml><?xml version="1.0" encoding="utf-8"?>
<p:tagLst xmlns:p="http://schemas.openxmlformats.org/presentationml/2006/main">
  <p:tag name="KSO_WM_UNIT_INDEX" val="6"/>
  <p:tag name="KSO_WM_UNIT_TYPE" val="f"/>
  <p:tag name="KSO_WM_UNIT_SUBTYPE" val="a"/>
  <p:tag name="KSO_WM_BEAUTIFY_FLAG" val="#wm#"/>
</p:tagLst>
</file>

<file path=ppt/tags/tag118.xml><?xml version="1.0" encoding="utf-8"?>
<p:tagLst xmlns:p="http://schemas.openxmlformats.org/presentationml/2006/main">
  <p:tag name="KSO_WM_SLIDE_TYPE" val="text"/>
  <p:tag name="KSO_WM_BEAUTIFY_FLAG" val="#wm#"/>
  <p:tag name="KSO_WM_SLIDE_ID" val="custom20236801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801"/>
  <p:tag name="KSO_WM_SLIDE_SUBTYPE" val="pureTxt"/>
  <p:tag name="KSO_WM_SLIDE_SIZE" val="850*457"/>
  <p:tag name="KSO_WM_SLIDE_POSITION" val="54*28"/>
  <p:tag name="KSO_WM_SLIDE_LAYOUT" val="a_f"/>
  <p:tag name="KSO_WM_SLIDE_LAYOUT_CNT" val="1_1"/>
</p:tagLst>
</file>

<file path=ppt/tags/tag119.xml><?xml version="1.0" encoding="utf-8"?>
<p:tagLst xmlns:p="http://schemas.openxmlformats.org/presentationml/2006/main">
  <p:tag name="KSO_WM_UNIT_INDEX" val="9"/>
  <p:tag name="KSO_WM_UNIT_TYPE" val="f"/>
  <p:tag name="KSO_WM_UNIT_SUBTYPE" val="a"/>
  <p:tag name="KSO_WM_BEAUTIFY_FLAG" val="#wm#"/>
</p:tagLst>
</file>

<file path=ppt/tags/tag120.xml><?xml version="1.0" encoding="utf-8"?>
<p:tagLst xmlns:p="http://schemas.openxmlformats.org/presentationml/2006/main">
  <p:tag name="KSO_WM_UNIT_INDEX" val="2"/>
  <p:tag name="KSO_WM_UNIT_TYPE" val="a"/>
  <p:tag name="KSO_WM_BEAUTIFY_FLAG" val="#wm#"/>
</p:tagLst>
</file>

<file path=ppt/tags/tag121.xml><?xml version="1.0" encoding="utf-8"?>
<p:tagLst xmlns:p="http://schemas.openxmlformats.org/presentationml/2006/main">
  <p:tag name="KSO_WM_SLIDE_TYPE" val="text"/>
  <p:tag name="KSO_WM_BEAUTIFY_FLAG" val="#wm#"/>
  <p:tag name="KSO_WM_SLIDE_ID" val="custom20236801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801"/>
  <p:tag name="KSO_WM_SLIDE_SUBTYPE" val="pureTxt"/>
  <p:tag name="KSO_WM_SLIDE_SIZE" val="850*457"/>
  <p:tag name="KSO_WM_SLIDE_POSITION" val="54*28"/>
  <p:tag name="KSO_WM_SLIDE_LAYOUT" val="a_f"/>
  <p:tag name="KSO_WM_SLIDE_LAYOUT_CNT" val="1_1"/>
</p:tagLst>
</file>

<file path=ppt/tags/tag122.xml><?xml version="1.0" encoding="utf-8"?>
<p:tagLst xmlns:p="http://schemas.openxmlformats.org/presentationml/2006/main">
  <p:tag name="KSO_WM_UNIT_INDEX" val="9"/>
  <p:tag name="KSO_WM_UNIT_TYPE" val="f"/>
  <p:tag name="KSO_WM_UNIT_SUBTYPE" val="a"/>
  <p:tag name="KSO_WM_BEAUTIFY_FLAG" val="#wm#"/>
</p:tagLst>
</file>

<file path=ppt/tags/tag123.xml><?xml version="1.0" encoding="utf-8"?>
<p:tagLst xmlns:p="http://schemas.openxmlformats.org/presentationml/2006/main">
  <p:tag name="KSO_WM_UNIT_INDEX" val="2"/>
  <p:tag name="KSO_WM_UNIT_TYPE" val="a"/>
  <p:tag name="KSO_WM_BEAUTIFY_FLAG" val="#wm#"/>
</p:tagLst>
</file>

<file path=ppt/tags/tag124.xml><?xml version="1.0" encoding="utf-8"?>
<p:tagLst xmlns:p="http://schemas.openxmlformats.org/presentationml/2006/main">
  <p:tag name="KSO_WM_SLIDE_TYPE" val="text"/>
  <p:tag name="KSO_WM_BEAUTIFY_FLAG" val="#wm#"/>
  <p:tag name="KSO_WM_SLIDE_ID" val="custom20236801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801"/>
  <p:tag name="KSO_WM_SLIDE_SUBTYPE" val="pureTxt"/>
  <p:tag name="KSO_WM_SLIDE_SIZE" val="850*457"/>
  <p:tag name="KSO_WM_SLIDE_POSITION" val="54*28"/>
  <p:tag name="KSO_WM_SLIDE_LAYOUT" val="a_f"/>
  <p:tag name="KSO_WM_SLIDE_LAYOUT_CNT" val="1_1"/>
</p:tagLst>
</file>

<file path=ppt/tags/tag125.xml><?xml version="1.0" encoding="utf-8"?>
<p:tagLst xmlns:p="http://schemas.openxmlformats.org/presentationml/2006/main">
  <p:tag name="KSO_WM_UNIT_INDEX" val="9"/>
  <p:tag name="KSO_WM_UNIT_TYPE" val="f"/>
  <p:tag name="KSO_WM_UNIT_SUBTYPE" val="a"/>
  <p:tag name="KSO_WM_BEAUTIFY_FLAG" val="#wm#"/>
</p:tagLst>
</file>

<file path=ppt/tags/tag126.xml><?xml version="1.0" encoding="utf-8"?>
<p:tagLst xmlns:p="http://schemas.openxmlformats.org/presentationml/2006/main">
  <p:tag name="KSO_WM_UNIT_INDEX" val="2"/>
  <p:tag name="KSO_WM_UNIT_TYPE" val="a"/>
  <p:tag name="KSO_WM_BEAUTIFY_FLAG" val="#wm#"/>
</p:tagLst>
</file>

<file path=ppt/tags/tag127.xml><?xml version="1.0" encoding="utf-8"?>
<p:tagLst xmlns:p="http://schemas.openxmlformats.org/presentationml/2006/main">
  <p:tag name="KSO_WM_SLIDE_TYPE" val="text"/>
  <p:tag name="KSO_WM_BEAUTIFY_FLAG" val="#wm#"/>
  <p:tag name="KSO_WM_SLIDE_ID" val="custom20236801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801"/>
  <p:tag name="KSO_WM_SLIDE_SUBTYPE" val="pureTxt"/>
  <p:tag name="KSO_WM_SLIDE_SIZE" val="850*457"/>
  <p:tag name="KSO_WM_SLIDE_POSITION" val="54*28"/>
  <p:tag name="KSO_WM_SLIDE_LAYOUT" val="a_f"/>
  <p:tag name="KSO_WM_SLIDE_LAYOUT_CNT" val="1_1"/>
</p:tagLst>
</file>

<file path=ppt/tags/tag128.xml><?xml version="1.0" encoding="utf-8"?>
<p:tagLst xmlns:p="http://schemas.openxmlformats.org/presentationml/2006/main">
  <p:tag name="KSO_WM_UNIT_INDEX" val="12"/>
  <p:tag name="KSO_WM_UNIT_TYPE" val="f"/>
  <p:tag name="KSO_WM_UNIT_SUBTYPE" val="a"/>
  <p:tag name="KSO_WM_BEAUTIFY_FLAG" val="#wm#"/>
</p:tagLst>
</file>

<file path=ppt/tags/tag129.xml><?xml version="1.0" encoding="utf-8"?>
<p:tagLst xmlns:p="http://schemas.openxmlformats.org/presentationml/2006/main">
  <p:tag name="KSO_WM_UNIT_INDEX" val="2"/>
  <p:tag name="KSO_WM_UNIT_TYPE" val="a"/>
  <p:tag name="KSO_WM_BEAUTIFY_FLAG" val="#wm#"/>
</p:tagLst>
</file>

<file path=ppt/tags/tag130.xml><?xml version="1.0" encoding="utf-8"?>
<p:tagLst xmlns:p="http://schemas.openxmlformats.org/presentationml/2006/main">
  <p:tag name="KSO_WM_SLIDE_TYPE" val="text"/>
  <p:tag name="KSO_WM_BEAUTIFY_FLAG" val="#wm#"/>
  <p:tag name="KSO_WM_SLIDE_ID" val="custom20236801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801"/>
  <p:tag name="KSO_WM_SLIDE_SUBTYPE" val="pureTxt"/>
  <p:tag name="KSO_WM_SLIDE_SIZE" val="850*457"/>
  <p:tag name="KSO_WM_SLIDE_POSITION" val="54*28"/>
  <p:tag name="KSO_WM_SLIDE_LAYOUT" val="a_f"/>
  <p:tag name="KSO_WM_SLIDE_LAYOUT_CNT" val="1_1"/>
  <p:tag name="resource_record_key" val="{&quot;13&quot;:[4364957],&quot;65&quot;:[20236801]}"/>
</p:tagLst>
</file>

<file path=ppt/tags/tag131.xml><?xml version="1.0" encoding="utf-8"?>
<p:tagLst xmlns:p="http://schemas.openxmlformats.org/presentationml/2006/main">
  <p:tag name="KSO_WM_UNIT_INDEX" val="2"/>
  <p:tag name="KSO_WM_UNIT_TYPE" val="a"/>
  <p:tag name="KSO_WM_BEAUTIFY_FLAG" val="#wm#"/>
</p:tagLst>
</file>

<file path=ppt/tags/tag132.xml><?xml version="1.0" encoding="utf-8"?>
<p:tagLst xmlns:p="http://schemas.openxmlformats.org/presentationml/2006/main">
  <p:tag name="KSO_WM_UNIT_INDEX" val="12"/>
  <p:tag name="KSO_WM_UNIT_TYPE" val="f"/>
  <p:tag name="KSO_WM_UNIT_SUBTYPE" val="a"/>
  <p:tag name="KSO_WM_BEAUTIFY_FLAG" val="#wm#"/>
</p:tagLst>
</file>

<file path=ppt/tags/tag133.xml><?xml version="1.0" encoding="utf-8"?>
<p:tagLst xmlns:p="http://schemas.openxmlformats.org/presentationml/2006/main">
  <p:tag name="KSO_WM_BEAUTIFY_FLAG" val="#wm#"/>
  <p:tag name="KSO_WM_TEMPLATE_CATEGORY" val="custom"/>
  <p:tag name="KSO_WM_TEMPLATE_INDEX" val="20236801"/>
</p:tagLst>
</file>

<file path=ppt/tags/tag134.xml><?xml version="1.0" encoding="utf-8"?>
<p:tagLst xmlns:p="http://schemas.openxmlformats.org/presentationml/2006/main">
  <p:tag name="KSO_WM_UNIT_INDEX" val="2"/>
  <p:tag name="KSO_WM_UNIT_TYPE" val="a"/>
  <p:tag name="KSO_WM_BEAUTIFY_FLAG" val="#wm#"/>
</p:tagLst>
</file>

<file path=ppt/tags/tag135.xml><?xml version="1.0" encoding="utf-8"?>
<p:tagLst xmlns:p="http://schemas.openxmlformats.org/presentationml/2006/main">
  <p:tag name="KSO_WM_UNIT_INDEX" val="5"/>
  <p:tag name="KSO_WM_UNIT_TYPE" val="f"/>
  <p:tag name="KSO_WM_UNIT_SUBTYPE" val="a"/>
  <p:tag name="KSO_WM_BEAUTIFY_FLAG" val="#wm#"/>
</p:tagLst>
</file>

<file path=ppt/tags/tag136.xml><?xml version="1.0" encoding="utf-8"?>
<p:tagLst xmlns:p="http://schemas.openxmlformats.org/presentationml/2006/main">
  <p:tag name="KSO_WM_SLIDE_TYPE" val="text"/>
  <p:tag name="KSO_WM_BEAUTIFY_FLAG" val="#wm#"/>
  <p:tag name="KSO_WM_SLIDE_ID" val="custom20236801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6801"/>
  <p:tag name="KSO_WM_SLIDE_SUBTYPE" val="pureTxt"/>
  <p:tag name="KSO_WM_SLIDE_SIZE" val="850*457"/>
  <p:tag name="KSO_WM_SLIDE_POSITION" val="54*28"/>
  <p:tag name="KSO_WM_SLIDE_LAYOUT" val="a_f"/>
  <p:tag name="KSO_WM_SLIDE_LAYOUT_CNT" val="1_1"/>
</p:tagLst>
</file>

<file path=ppt/tags/tag137.xml><?xml version="1.0" encoding="utf-8"?>
<p:tagLst xmlns:p="http://schemas.openxmlformats.org/presentationml/2006/main">
  <p:tag name="KSO_WM_UNIT_TYPE" val="a"/>
  <p:tag name="KSO_WM_UNIT_INDEX" val="1"/>
  <p:tag name="KSO_WM_BEAUTIFY_FLAG" val="#wm#"/>
  <p:tag name="KSO_WM_TAG_VERSION" val="3.0"/>
  <p:tag name="KSO_WM_UNIT_ID" val="custom20236801_9*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6801"/>
  <p:tag name="KSO_WM_TEMPLATE_CATEGORY" val="custom"/>
  <p:tag name="KSO_WM_UNIT_ISCONTENTSTITLE" val="0"/>
</p:tagLst>
</file>

<file path=ppt/tags/tag138.xml><?xml version="1.0" encoding="utf-8"?>
<p:tagLst xmlns:p="http://schemas.openxmlformats.org/presentationml/2006/main">
  <p:tag name="KSO_WM_UNIT_TYPE" val="b"/>
  <p:tag name="KSO_WM_UNIT_INDEX" val="1"/>
  <p:tag name="KSO_WM_BEAUTIFY_FLAG" val="#wm#"/>
  <p:tag name="KSO_WM_TAG_VERSION" val="3.0"/>
  <p:tag name="KSO_WM_UNIT_ID" val="custom20236801_9*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6801"/>
  <p:tag name="KSO_WM_TEMPLATE_CATEGORY" val="custom"/>
  <p:tag name="KSO_WM_UNIT_ISCONTENTSTITLE" val="0"/>
</p:tagLst>
</file>

<file path=ppt/tags/tag139.xml><?xml version="1.0" encoding="utf-8"?>
<p:tagLst xmlns:p="http://schemas.openxmlformats.org/presentationml/2006/main">
  <p:tag name="KSO_WM_UNIT_TYPE" val="f"/>
  <p:tag name="KSO_WM_UNIT_SUBTYPE" val="c"/>
  <p:tag name="KSO_WM_UNIT_INDEX" val="2"/>
  <p:tag name="KSO_WM_BEAUTIFY_FLAG" val="#wm#"/>
  <p:tag name="KSO_WM_TAG_VERSION" val="3.0"/>
  <p:tag name="KSO_WM_UNIT_ID" val="custom20236801_9*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6801"/>
  <p:tag name="KSO_WM_TEMPLATE_CATEGORY" val="custom"/>
  <p:tag name="KSO_WM_UNIT_TEXT_LAYER_COUNT" val="1"/>
</p:tagLst>
</file>

<file path=ppt/tags/tag140.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ID" val="custom20236801_9*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6801"/>
  <p:tag name="KSO_WM_TEMPLATE_CATEGORY" val="custom"/>
  <p:tag name="KSO_WM_UNIT_TEXT_LAYER_COUNT" val="1"/>
</p:tagLst>
</file>

<file path=ppt/tags/tag141.xml><?xml version="1.0" encoding="utf-8"?>
<p:tagLst xmlns:p="http://schemas.openxmlformats.org/presentationml/2006/main">
  <p:tag name="KSO_WM_SLIDE_TYPE" val="endPage"/>
  <p:tag name="KSO_WM_TEMPLATE_SUBCATEGORY" val="29"/>
  <p:tag name="KSO_WM_TEMPLATE_COLOR_TYPE" val="0"/>
  <p:tag name="KSO_WM_TAG_VERSION" val="3.0"/>
  <p:tag name="KSO_WM_SLIDE_SUBTYPE" val="pureTxt"/>
  <p:tag name="KSO_WM_SLIDE_ITEM_CNT" val="0"/>
  <p:tag name="KSO_WM_BEAUTIFY_FLAG" val="#wm#"/>
  <p:tag name="KSO_WM_TEMPLATE_INDEX" val="20236801"/>
  <p:tag name="KSO_WM_TEMPLATE_CATEGORY" val="custom"/>
  <p:tag name="KSO_WM_SLIDE_INDEX" val="9"/>
  <p:tag name="KSO_WM_SLIDE_ID" val="custom20236801_9"/>
  <p:tag name="KSO_WM_TEMPLATE_MASTER_TYPE" val="0"/>
  <p:tag name="KSO_WM_SLIDE_LAYOUT" val="a_b_f"/>
  <p:tag name="KSO_WM_SLIDE_LAYOUT_CNT" val="1_1_3"/>
  <p:tag name="KSO_WM_SLIDE_THEME_ID" val="3402803"/>
  <p:tag name="KSO_WM_SLIDE_THEME_NAME" val="简约风教育教学毕业答辩"/>
</p:tagLst>
</file>

<file path=ppt/tags/tag142.xml><?xml version="1.0" encoding="utf-8"?>
<p:tagLst xmlns:p="http://schemas.openxmlformats.org/presentationml/2006/main">
  <p:tag name="commondata" val="eyJoZGlkIjoiY2ZjYmMxYjQ0OGE0YjI5YmMzMDEzY2ZlZjVhZjZiM2YifQ=="/>
  <p:tag name="resource_record_key" val="{&quot;13&quot;:[4364957],&quot;65&quot;:[2023680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简约风教育教学毕业答辩">
  <a:themeElements>
    <a:clrScheme name="自定义 419">
      <a:dk1>
        <a:sysClr val="windowText" lastClr="000000"/>
      </a:dk1>
      <a:lt1>
        <a:sysClr val="window" lastClr="FFFFFF"/>
      </a:lt1>
      <a:dk2>
        <a:srgbClr val="022144"/>
      </a:dk2>
      <a:lt2>
        <a:srgbClr val="F0F8FF"/>
      </a:lt2>
      <a:accent1>
        <a:srgbClr val="056EE1"/>
      </a:accent1>
      <a:accent2>
        <a:srgbClr val="F8AA5C"/>
      </a:accent2>
      <a:accent3>
        <a:srgbClr val="FA9E82"/>
      </a:accent3>
      <a:accent4>
        <a:srgbClr val="88C2FC"/>
      </a:accent4>
      <a:accent5>
        <a:srgbClr val="88A4FC"/>
      </a:accent5>
      <a:accent6>
        <a:srgbClr val="A488FC"/>
      </a:accent6>
      <a:hlink>
        <a:srgbClr val="0563C1"/>
      </a:hlink>
      <a:folHlink>
        <a:srgbClr val="954F72"/>
      </a:folHlink>
    </a:clrScheme>
    <a:fontScheme name="主题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4123</Words>
  <Application>WPS 演示</Application>
  <PresentationFormat>宽屏</PresentationFormat>
  <Paragraphs>183</Paragraphs>
  <Slides>12</Slides>
  <Notes>1</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12</vt:i4>
      </vt:variant>
    </vt:vector>
  </HeadingPairs>
  <TitlesOfParts>
    <vt:vector size="22" baseType="lpstr">
      <vt:lpstr>Arial</vt:lpstr>
      <vt:lpstr>宋体</vt:lpstr>
      <vt:lpstr>Wingdings</vt:lpstr>
      <vt:lpstr>Times New Roman</vt:lpstr>
      <vt:lpstr>微软雅黑</vt:lpstr>
      <vt:lpstr>Arial Unicode MS</vt:lpstr>
      <vt:lpstr>Calibri</vt:lpstr>
      <vt:lpstr>等线</vt:lpstr>
      <vt:lpstr>Office 主题​​</vt:lpstr>
      <vt:lpstr>简约风教育教学毕业答辩</vt:lpstr>
      <vt:lpstr>博士研究生 科研立项答辩</vt:lpstr>
      <vt:lpstr>PowerPoint 演示文稿</vt:lpstr>
      <vt:lpstr>PowerPoint 演示文稿</vt:lpstr>
      <vt:lpstr>PowerPoint 演示文稿</vt:lpstr>
      <vt:lpstr>问题的提出</vt:lpstr>
      <vt:lpstr>PowerPoint 演示文稿</vt:lpstr>
      <vt:lpstr>PowerPoint 演示文稿</vt:lpstr>
      <vt:lpstr>PowerPoint 演示文稿</vt:lpstr>
      <vt:lpstr>PowerPoint 演示文稿</vt:lpstr>
      <vt:lpstr>PowerPoint 演示文稿</vt:lpstr>
      <vt:lpstr>参考文献</vt:lpstr>
      <vt:lpstr>请各位评审老师批评指正，谢谢老师！</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ANTI DOTOR</dc:creator>
  <cp:lastModifiedBy>One520921</cp:lastModifiedBy>
  <cp:revision>531</cp:revision>
  <dcterms:created xsi:type="dcterms:W3CDTF">2022-12-13T15:26:00Z</dcterms:created>
  <dcterms:modified xsi:type="dcterms:W3CDTF">2025-05-06T03:58:48Z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58A1C7FC425A4E72A8BEA271D6143933_12</vt:lpwstr>
  </property>
  <property fmtid="{D5CDD505-2E9C-101B-9397-08002B2CF9AE}" pid="3" name="KSOProductBuildVer">
    <vt:lpwstr>2052-12.1.0.20305</vt:lpwstr>
  </property>
</Properties>
</file>